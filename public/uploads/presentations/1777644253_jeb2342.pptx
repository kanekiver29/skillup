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0"/>
  </p:notesMasterIdLst>
  <p:sldIdLst>
    <p:sldId id="256" r:id="rId2"/>
    <p:sldId id="269" r:id="rId3"/>
    <p:sldId id="270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7" r:id="rId14"/>
    <p:sldId id="283" r:id="rId15"/>
    <p:sldId id="284" r:id="rId16"/>
    <p:sldId id="285" r:id="rId17"/>
    <p:sldId id="286" r:id="rId18"/>
    <p:sldId id="290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63"/>
    <p:restoredTop sz="94650"/>
  </p:normalViewPr>
  <p:slideViewPr>
    <p:cSldViewPr snapToGrid="0">
      <p:cViewPr varScale="1">
        <p:scale>
          <a:sx n="70" d="100"/>
          <a:sy n="70" d="100"/>
        </p:scale>
        <p:origin x="584" y="29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9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79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</p:sp>
      <p:sp>
        <p:nvSpPr>
          <p:cNvPr id="104879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80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b" anchorCtr="0" compatLnSpc="1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80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b" anchorCtr="0" compatLnSpc="1"/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9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590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4859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42220-01F8-134B-8323-290C1B80F358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104859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59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09AD5-DD57-E94F-8845-9F89F40609C7}" type="slidenum">
              <a:rPr lang="en-US" smtClean="0"/>
              <a:t>‹#›</a:t>
            </a:fld>
            <a:endParaRPr lang="en-US"/>
          </a:p>
        </p:txBody>
      </p:sp>
      <p:grpSp>
        <p:nvGrpSpPr>
          <p:cNvPr id="24" name="Group 17"/>
          <p:cNvGrpSpPr/>
          <p:nvPr userDrawn="1"/>
        </p:nvGrpSpPr>
        <p:grpSpPr>
          <a:xfrm>
            <a:off x="-152400" y="333"/>
            <a:ext cx="12516678" cy="7451611"/>
            <a:chOff x="-152400" y="333"/>
            <a:chExt cx="12516678" cy="7451611"/>
          </a:xfrm>
        </p:grpSpPr>
        <p:sp>
          <p:nvSpPr>
            <p:cNvPr id="1048594" name="Rectangle 18"/>
            <p:cNvSpPr/>
            <p:nvPr userDrawn="1"/>
          </p:nvSpPr>
          <p:spPr>
            <a:xfrm>
              <a:off x="0" y="333"/>
              <a:ext cx="1112317" cy="68716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097154" name="Picture 1" descr="csu logo"/>
            <p:cNvPicPr>
              <a:picLocks noChangeAspect="1" noChangeArrowheads="1"/>
            </p:cNvPicPr>
            <p:nvPr userDrawn="1"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06895" y="187127"/>
              <a:ext cx="898525" cy="898525"/>
            </a:xfrm>
            <a:prstGeom prst="rect">
              <a:avLst/>
            </a:prstGeom>
            <a:noFill/>
          </p:spPr>
        </p:pic>
        <p:sp>
          <p:nvSpPr>
            <p:cNvPr id="1048595" name="Round Diagonal Corner Rectangle 27"/>
            <p:cNvSpPr/>
            <p:nvPr userDrawn="1"/>
          </p:nvSpPr>
          <p:spPr>
            <a:xfrm flipH="1">
              <a:off x="-152400" y="5897239"/>
              <a:ext cx="4267200" cy="1191272"/>
            </a:xfrm>
            <a:prstGeom prst="round2DiagRect">
              <a:avLst>
                <a:gd name="adj1" fmla="val 50000"/>
                <a:gd name="adj2" fmla="val 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8596" name="Round Diagonal Corner Rectangle 28"/>
            <p:cNvSpPr/>
            <p:nvPr userDrawn="1"/>
          </p:nvSpPr>
          <p:spPr>
            <a:xfrm flipH="1">
              <a:off x="3886200" y="6260672"/>
              <a:ext cx="8478078" cy="1191272"/>
            </a:xfrm>
            <a:prstGeom prst="round2DiagRect">
              <a:avLst>
                <a:gd name="adj1" fmla="val 50000"/>
                <a:gd name="adj2" fmla="val 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097155" name="Picture 22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4267200" y="6098192"/>
              <a:ext cx="7772400" cy="758116"/>
            </a:xfrm>
            <a:prstGeom prst="rect">
              <a:avLst/>
            </a:prstGeom>
          </p:spPr>
        </p:pic>
        <p:sp>
          <p:nvSpPr>
            <p:cNvPr id="1048597" name="Rectangle 23"/>
            <p:cNvSpPr/>
            <p:nvPr userDrawn="1"/>
          </p:nvSpPr>
          <p:spPr>
            <a:xfrm>
              <a:off x="813314" y="5813898"/>
              <a:ext cx="3580786" cy="1015663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l"/>
              <a:r>
                <a:rPr lang="en-US" sz="2000" b="1" cap="none" spc="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Bachelor of</a:t>
              </a:r>
            </a:p>
            <a:p>
              <a:pPr algn="l"/>
              <a:r>
                <a:rPr lang="en-US" sz="2000" b="1" cap="none" spc="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Science in</a:t>
              </a:r>
            </a:p>
            <a:p>
              <a:pPr algn="l"/>
              <a:r>
                <a:rPr lang="en-US" sz="2000" b="1" cap="none" spc="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Information Technology</a:t>
              </a:r>
            </a:p>
          </p:txBody>
        </p:sp>
        <p:sp>
          <p:nvSpPr>
            <p:cNvPr id="1048598" name="Rectangle 24"/>
            <p:cNvSpPr/>
            <p:nvPr userDrawn="1"/>
          </p:nvSpPr>
          <p:spPr>
            <a:xfrm>
              <a:off x="-26068" y="5761386"/>
              <a:ext cx="612202" cy="76944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4400" b="1" cap="none" spc="0" dirty="0">
                  <a:ln w="13462">
                    <a:solidFill>
                      <a:schemeClr val="bg1"/>
                    </a:solidFill>
                    <a:prstDash val="solid"/>
                  </a:ln>
                  <a:solidFill>
                    <a:srgbClr val="FFFF00"/>
                  </a:solidFill>
                  <a:effectLst>
                    <a:outerShdw dist="38100" dir="2700000" algn="bl" rotWithShape="0">
                      <a:schemeClr val="accent5"/>
                    </a:outerShdw>
                  </a:effectLst>
                  <a:latin typeface="Trajan Pro" panose="02020502050506020301" pitchFamily="18" charset="0"/>
                </a:rPr>
                <a:t>C</a:t>
              </a:r>
            </a:p>
          </p:txBody>
        </p:sp>
        <p:sp>
          <p:nvSpPr>
            <p:cNvPr id="1048599" name="Rectangle 25"/>
            <p:cNvSpPr/>
            <p:nvPr userDrawn="1"/>
          </p:nvSpPr>
          <p:spPr>
            <a:xfrm>
              <a:off x="374082" y="6213987"/>
              <a:ext cx="612202" cy="76944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4400" b="1" cap="none" spc="0" dirty="0">
                  <a:ln w="13462">
                    <a:solidFill>
                      <a:schemeClr val="bg1"/>
                    </a:solidFill>
                    <a:prstDash val="solid"/>
                  </a:ln>
                  <a:solidFill>
                    <a:schemeClr val="accent3">
                      <a:lumMod val="60000"/>
                      <a:lumOff val="40000"/>
                    </a:schemeClr>
                  </a:solidFill>
                  <a:effectLst>
                    <a:outerShdw dist="38100" dir="2700000" algn="bl" rotWithShape="0">
                      <a:schemeClr val="accent5"/>
                    </a:outerShdw>
                  </a:effectLst>
                  <a:latin typeface="Trajan Pro" panose="02020502050506020301" pitchFamily="18" charset="0"/>
                </a:rPr>
                <a:t>S</a:t>
              </a:r>
            </a:p>
          </p:txBody>
        </p:sp>
        <p:sp>
          <p:nvSpPr>
            <p:cNvPr id="1048600" name="Rectangle 26"/>
            <p:cNvSpPr/>
            <p:nvPr userDrawn="1"/>
          </p:nvSpPr>
          <p:spPr>
            <a:xfrm>
              <a:off x="-50954" y="6210781"/>
              <a:ext cx="612202" cy="76944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4400" b="1" cap="none" spc="0" dirty="0">
                  <a:ln w="13462">
                    <a:solidFill>
                      <a:schemeClr val="bg1"/>
                    </a:solidFill>
                    <a:prstDash val="solid"/>
                  </a:ln>
                  <a:solidFill>
                    <a:srgbClr val="FF0000"/>
                  </a:solidFill>
                  <a:effectLst>
                    <a:outerShdw dist="38100" dir="2700000" algn="bl" rotWithShape="0">
                      <a:schemeClr val="accent5"/>
                    </a:outerShdw>
                  </a:effectLst>
                  <a:latin typeface="Trajan Pro" panose="02020502050506020301" pitchFamily="18" charset="0"/>
                </a:rPr>
                <a:t>C</a:t>
              </a:r>
            </a:p>
          </p:txBody>
        </p:sp>
        <p:sp>
          <p:nvSpPr>
            <p:cNvPr id="1048601" name="Rectangle 27"/>
            <p:cNvSpPr/>
            <p:nvPr userDrawn="1"/>
          </p:nvSpPr>
          <p:spPr>
            <a:xfrm>
              <a:off x="361322" y="5762302"/>
              <a:ext cx="612202" cy="76944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4400" b="1" cap="none" spc="0" dirty="0">
                  <a:ln w="13462">
                    <a:solidFill>
                      <a:schemeClr val="bg1"/>
                    </a:solidFill>
                    <a:prstDash val="solid"/>
                  </a:ln>
                  <a:solidFill>
                    <a:srgbClr val="00B0F0"/>
                  </a:solidFill>
                  <a:effectLst>
                    <a:outerShdw dist="38100" dir="2700000" algn="bl" rotWithShape="0">
                      <a:schemeClr val="accent5"/>
                    </a:outerShdw>
                  </a:effectLst>
                  <a:latin typeface="Trajan Pro" panose="02020502050506020301" pitchFamily="18" charset="0"/>
                </a:rPr>
                <a:t>I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0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0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42220-01F8-134B-8323-290C1B80F358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104860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0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09AD5-DD57-E94F-8845-9F89F40609C7}" type="slidenum">
              <a:rPr lang="en-US" smtClean="0"/>
              <a:t>‹#›</a:t>
            </a:fld>
            <a:endParaRPr lang="en-US"/>
          </a:p>
        </p:txBody>
      </p:sp>
      <p:grpSp>
        <p:nvGrpSpPr>
          <p:cNvPr id="49" name="Group 15"/>
          <p:cNvGrpSpPr/>
          <p:nvPr userDrawn="1"/>
        </p:nvGrpSpPr>
        <p:grpSpPr>
          <a:xfrm>
            <a:off x="-152400" y="333"/>
            <a:ext cx="12516678" cy="7451611"/>
            <a:chOff x="-152400" y="333"/>
            <a:chExt cx="12516678" cy="7451611"/>
          </a:xfrm>
        </p:grpSpPr>
        <p:sp>
          <p:nvSpPr>
            <p:cNvPr id="1048609" name="Rectangle 16"/>
            <p:cNvSpPr/>
            <p:nvPr userDrawn="1"/>
          </p:nvSpPr>
          <p:spPr>
            <a:xfrm>
              <a:off x="0" y="333"/>
              <a:ext cx="1112317" cy="68716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097156" name="Picture 1" descr="csu logo"/>
            <p:cNvPicPr>
              <a:picLocks noChangeAspect="1" noChangeArrowheads="1"/>
            </p:cNvPicPr>
            <p:nvPr userDrawn="1"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06895" y="187127"/>
              <a:ext cx="898525" cy="898525"/>
            </a:xfrm>
            <a:prstGeom prst="rect">
              <a:avLst/>
            </a:prstGeom>
            <a:noFill/>
          </p:spPr>
        </p:pic>
        <p:sp>
          <p:nvSpPr>
            <p:cNvPr id="1048610" name="Round Diagonal Corner Rectangle 27"/>
            <p:cNvSpPr/>
            <p:nvPr userDrawn="1"/>
          </p:nvSpPr>
          <p:spPr>
            <a:xfrm flipH="1">
              <a:off x="-152400" y="5897239"/>
              <a:ext cx="4267200" cy="1191272"/>
            </a:xfrm>
            <a:prstGeom prst="round2DiagRect">
              <a:avLst>
                <a:gd name="adj1" fmla="val 50000"/>
                <a:gd name="adj2" fmla="val 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8611" name="Round Diagonal Corner Rectangle 28"/>
            <p:cNvSpPr/>
            <p:nvPr userDrawn="1"/>
          </p:nvSpPr>
          <p:spPr>
            <a:xfrm flipH="1">
              <a:off x="3886200" y="6260672"/>
              <a:ext cx="8478078" cy="1191272"/>
            </a:xfrm>
            <a:prstGeom prst="round2DiagRect">
              <a:avLst>
                <a:gd name="adj1" fmla="val 50000"/>
                <a:gd name="adj2" fmla="val 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097157" name="Picture 29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4267200" y="6098192"/>
              <a:ext cx="7772400" cy="758116"/>
            </a:xfrm>
            <a:prstGeom prst="rect">
              <a:avLst/>
            </a:prstGeom>
          </p:spPr>
        </p:pic>
        <p:sp>
          <p:nvSpPr>
            <p:cNvPr id="1048612" name="Rectangle 30"/>
            <p:cNvSpPr/>
            <p:nvPr userDrawn="1"/>
          </p:nvSpPr>
          <p:spPr>
            <a:xfrm>
              <a:off x="813314" y="5813898"/>
              <a:ext cx="3580786" cy="1015663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l"/>
              <a:r>
                <a:rPr lang="en-US" sz="2000" b="1" cap="none" spc="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Bachelor of</a:t>
              </a:r>
            </a:p>
            <a:p>
              <a:pPr algn="l"/>
              <a:r>
                <a:rPr lang="en-US" sz="2000" b="1" cap="none" spc="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Science in</a:t>
              </a:r>
            </a:p>
            <a:p>
              <a:pPr algn="l"/>
              <a:r>
                <a:rPr lang="en-US" sz="2000" b="1" cap="none" spc="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Information Technology</a:t>
              </a:r>
            </a:p>
          </p:txBody>
        </p:sp>
        <p:sp>
          <p:nvSpPr>
            <p:cNvPr id="1048613" name="Rectangle 31"/>
            <p:cNvSpPr/>
            <p:nvPr userDrawn="1"/>
          </p:nvSpPr>
          <p:spPr>
            <a:xfrm>
              <a:off x="-26068" y="5761386"/>
              <a:ext cx="612202" cy="76944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4400" b="1" cap="none" spc="0" dirty="0">
                  <a:ln w="13462">
                    <a:solidFill>
                      <a:schemeClr val="bg1"/>
                    </a:solidFill>
                    <a:prstDash val="solid"/>
                  </a:ln>
                  <a:solidFill>
                    <a:srgbClr val="FFFF00"/>
                  </a:solidFill>
                  <a:effectLst>
                    <a:outerShdw dist="38100" dir="2700000" algn="bl" rotWithShape="0">
                      <a:schemeClr val="accent5"/>
                    </a:outerShdw>
                  </a:effectLst>
                  <a:latin typeface="Trajan Pro" panose="02020502050506020301" pitchFamily="18" charset="0"/>
                </a:rPr>
                <a:t>C</a:t>
              </a:r>
            </a:p>
          </p:txBody>
        </p:sp>
        <p:sp>
          <p:nvSpPr>
            <p:cNvPr id="1048614" name="Rectangle 32"/>
            <p:cNvSpPr/>
            <p:nvPr userDrawn="1"/>
          </p:nvSpPr>
          <p:spPr>
            <a:xfrm>
              <a:off x="374082" y="6213987"/>
              <a:ext cx="612202" cy="76944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4400" b="1" cap="none" spc="0" dirty="0">
                  <a:ln w="13462">
                    <a:solidFill>
                      <a:schemeClr val="bg1"/>
                    </a:solidFill>
                    <a:prstDash val="solid"/>
                  </a:ln>
                  <a:solidFill>
                    <a:schemeClr val="accent3">
                      <a:lumMod val="60000"/>
                      <a:lumOff val="40000"/>
                    </a:schemeClr>
                  </a:solidFill>
                  <a:effectLst>
                    <a:outerShdw dist="38100" dir="2700000" algn="bl" rotWithShape="0">
                      <a:schemeClr val="accent5"/>
                    </a:outerShdw>
                  </a:effectLst>
                  <a:latin typeface="Trajan Pro" panose="02020502050506020301" pitchFamily="18" charset="0"/>
                </a:rPr>
                <a:t>S</a:t>
              </a:r>
            </a:p>
          </p:txBody>
        </p:sp>
        <p:sp>
          <p:nvSpPr>
            <p:cNvPr id="1048615" name="Rectangle 33"/>
            <p:cNvSpPr/>
            <p:nvPr userDrawn="1"/>
          </p:nvSpPr>
          <p:spPr>
            <a:xfrm>
              <a:off x="-50954" y="6210781"/>
              <a:ext cx="612202" cy="76944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4400" b="1" cap="none" spc="0" dirty="0">
                  <a:ln w="13462">
                    <a:solidFill>
                      <a:schemeClr val="bg1"/>
                    </a:solidFill>
                    <a:prstDash val="solid"/>
                  </a:ln>
                  <a:solidFill>
                    <a:srgbClr val="FF0000"/>
                  </a:solidFill>
                  <a:effectLst>
                    <a:outerShdw dist="38100" dir="2700000" algn="bl" rotWithShape="0">
                      <a:schemeClr val="accent5"/>
                    </a:outerShdw>
                  </a:effectLst>
                  <a:latin typeface="Trajan Pro" panose="02020502050506020301" pitchFamily="18" charset="0"/>
                </a:rPr>
                <a:t>C</a:t>
              </a:r>
            </a:p>
          </p:txBody>
        </p:sp>
        <p:sp>
          <p:nvSpPr>
            <p:cNvPr id="1048616" name="Rectangle 34"/>
            <p:cNvSpPr/>
            <p:nvPr userDrawn="1"/>
          </p:nvSpPr>
          <p:spPr>
            <a:xfrm>
              <a:off x="361322" y="5762302"/>
              <a:ext cx="612202" cy="76944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4400" b="1" cap="none" spc="0" dirty="0">
                  <a:ln w="13462">
                    <a:solidFill>
                      <a:schemeClr val="bg1"/>
                    </a:solidFill>
                    <a:prstDash val="solid"/>
                  </a:ln>
                  <a:solidFill>
                    <a:srgbClr val="00B0F0"/>
                  </a:solidFill>
                  <a:effectLst>
                    <a:outerShdw dist="38100" dir="2700000" algn="bl" rotWithShape="0">
                      <a:schemeClr val="accent5"/>
                    </a:outerShdw>
                  </a:effectLst>
                  <a:latin typeface="Trajan Pro" panose="02020502050506020301" pitchFamily="18" charset="0"/>
                </a:rPr>
                <a:t>I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74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4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42220-01F8-134B-8323-290C1B80F358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104874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4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09AD5-DD57-E94F-8845-9F89F40609C7}" type="slidenum">
              <a:rPr lang="en-US" smtClean="0"/>
              <a:t>‹#›</a:t>
            </a:fld>
            <a:endParaRPr lang="en-US"/>
          </a:p>
        </p:txBody>
      </p:sp>
      <p:grpSp>
        <p:nvGrpSpPr>
          <p:cNvPr id="90" name="Group 15"/>
          <p:cNvGrpSpPr/>
          <p:nvPr userDrawn="1"/>
        </p:nvGrpSpPr>
        <p:grpSpPr>
          <a:xfrm>
            <a:off x="-152400" y="333"/>
            <a:ext cx="12516678" cy="7451611"/>
            <a:chOff x="-152400" y="333"/>
            <a:chExt cx="12516678" cy="7451611"/>
          </a:xfrm>
        </p:grpSpPr>
        <p:sp>
          <p:nvSpPr>
            <p:cNvPr id="1048747" name="Rectangle 16"/>
            <p:cNvSpPr/>
            <p:nvPr userDrawn="1"/>
          </p:nvSpPr>
          <p:spPr>
            <a:xfrm>
              <a:off x="0" y="333"/>
              <a:ext cx="1112317" cy="68716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097166" name="Picture 1" descr="csu logo"/>
            <p:cNvPicPr>
              <a:picLocks noChangeAspect="1" noChangeArrowheads="1"/>
            </p:cNvPicPr>
            <p:nvPr userDrawn="1"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06895" y="187127"/>
              <a:ext cx="898525" cy="898525"/>
            </a:xfrm>
            <a:prstGeom prst="rect">
              <a:avLst/>
            </a:prstGeom>
            <a:noFill/>
          </p:spPr>
        </p:pic>
        <p:sp>
          <p:nvSpPr>
            <p:cNvPr id="1048748" name="Round Diagonal Corner Rectangle 27"/>
            <p:cNvSpPr/>
            <p:nvPr userDrawn="1"/>
          </p:nvSpPr>
          <p:spPr>
            <a:xfrm flipH="1">
              <a:off x="-152400" y="5897239"/>
              <a:ext cx="4267200" cy="1191272"/>
            </a:xfrm>
            <a:prstGeom prst="round2DiagRect">
              <a:avLst>
                <a:gd name="adj1" fmla="val 50000"/>
                <a:gd name="adj2" fmla="val 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8749" name="Round Diagonal Corner Rectangle 28"/>
            <p:cNvSpPr/>
            <p:nvPr userDrawn="1"/>
          </p:nvSpPr>
          <p:spPr>
            <a:xfrm flipH="1">
              <a:off x="3886200" y="6260672"/>
              <a:ext cx="8478078" cy="1191272"/>
            </a:xfrm>
            <a:prstGeom prst="round2DiagRect">
              <a:avLst>
                <a:gd name="adj1" fmla="val 50000"/>
                <a:gd name="adj2" fmla="val 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097167" name="Picture 29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4267200" y="6098192"/>
              <a:ext cx="7772400" cy="758116"/>
            </a:xfrm>
            <a:prstGeom prst="rect">
              <a:avLst/>
            </a:prstGeom>
          </p:spPr>
        </p:pic>
        <p:sp>
          <p:nvSpPr>
            <p:cNvPr id="1048750" name="Rectangle 30"/>
            <p:cNvSpPr/>
            <p:nvPr userDrawn="1"/>
          </p:nvSpPr>
          <p:spPr>
            <a:xfrm>
              <a:off x="813314" y="5813898"/>
              <a:ext cx="3580786" cy="1015663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l"/>
              <a:r>
                <a:rPr lang="en-US" sz="2000" b="1" cap="none" spc="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Bachelor of</a:t>
              </a:r>
            </a:p>
            <a:p>
              <a:pPr algn="l"/>
              <a:r>
                <a:rPr lang="en-US" sz="2000" b="1" cap="none" spc="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Science in</a:t>
              </a:r>
            </a:p>
            <a:p>
              <a:pPr algn="l"/>
              <a:r>
                <a:rPr lang="en-US" sz="2000" b="1" cap="none" spc="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Information Technology</a:t>
              </a:r>
            </a:p>
          </p:txBody>
        </p:sp>
        <p:sp>
          <p:nvSpPr>
            <p:cNvPr id="1048751" name="Rectangle 31"/>
            <p:cNvSpPr/>
            <p:nvPr userDrawn="1"/>
          </p:nvSpPr>
          <p:spPr>
            <a:xfrm>
              <a:off x="-26068" y="5761386"/>
              <a:ext cx="612202" cy="76944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4400" b="1" cap="none" spc="0" dirty="0">
                  <a:ln w="13462">
                    <a:solidFill>
                      <a:schemeClr val="bg1"/>
                    </a:solidFill>
                    <a:prstDash val="solid"/>
                  </a:ln>
                  <a:solidFill>
                    <a:srgbClr val="FFFF00"/>
                  </a:solidFill>
                  <a:effectLst>
                    <a:outerShdw dist="38100" dir="2700000" algn="bl" rotWithShape="0">
                      <a:schemeClr val="accent5"/>
                    </a:outerShdw>
                  </a:effectLst>
                  <a:latin typeface="Trajan Pro" panose="02020502050506020301" pitchFamily="18" charset="0"/>
                </a:rPr>
                <a:t>C</a:t>
              </a:r>
            </a:p>
          </p:txBody>
        </p:sp>
        <p:sp>
          <p:nvSpPr>
            <p:cNvPr id="1048752" name="Rectangle 32"/>
            <p:cNvSpPr/>
            <p:nvPr userDrawn="1"/>
          </p:nvSpPr>
          <p:spPr>
            <a:xfrm>
              <a:off x="374082" y="6213987"/>
              <a:ext cx="612202" cy="76944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4400" b="1" cap="none" spc="0" dirty="0">
                  <a:ln w="13462">
                    <a:solidFill>
                      <a:schemeClr val="bg1"/>
                    </a:solidFill>
                    <a:prstDash val="solid"/>
                  </a:ln>
                  <a:solidFill>
                    <a:schemeClr val="accent3">
                      <a:lumMod val="60000"/>
                      <a:lumOff val="40000"/>
                    </a:schemeClr>
                  </a:solidFill>
                  <a:effectLst>
                    <a:outerShdw dist="38100" dir="2700000" algn="bl" rotWithShape="0">
                      <a:schemeClr val="accent5"/>
                    </a:outerShdw>
                  </a:effectLst>
                  <a:latin typeface="Trajan Pro" panose="02020502050506020301" pitchFamily="18" charset="0"/>
                </a:rPr>
                <a:t>S</a:t>
              </a:r>
            </a:p>
          </p:txBody>
        </p:sp>
        <p:sp>
          <p:nvSpPr>
            <p:cNvPr id="1048753" name="Rectangle 33"/>
            <p:cNvSpPr/>
            <p:nvPr userDrawn="1"/>
          </p:nvSpPr>
          <p:spPr>
            <a:xfrm>
              <a:off x="-50954" y="6210781"/>
              <a:ext cx="612202" cy="76944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4400" b="1" cap="none" spc="0" dirty="0">
                  <a:ln w="13462">
                    <a:solidFill>
                      <a:schemeClr val="bg1"/>
                    </a:solidFill>
                    <a:prstDash val="solid"/>
                  </a:ln>
                  <a:solidFill>
                    <a:srgbClr val="FF0000"/>
                  </a:solidFill>
                  <a:effectLst>
                    <a:outerShdw dist="38100" dir="2700000" algn="bl" rotWithShape="0">
                      <a:schemeClr val="accent5"/>
                    </a:outerShdw>
                  </a:effectLst>
                  <a:latin typeface="Trajan Pro" panose="02020502050506020301" pitchFamily="18" charset="0"/>
                </a:rPr>
                <a:t>C</a:t>
              </a:r>
            </a:p>
          </p:txBody>
        </p:sp>
        <p:sp>
          <p:nvSpPr>
            <p:cNvPr id="1048754" name="Rectangle 34"/>
            <p:cNvSpPr/>
            <p:nvPr userDrawn="1"/>
          </p:nvSpPr>
          <p:spPr>
            <a:xfrm>
              <a:off x="361322" y="5762302"/>
              <a:ext cx="612202" cy="76944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4400" b="1" cap="none" spc="0" dirty="0">
                  <a:ln w="13462">
                    <a:solidFill>
                      <a:schemeClr val="bg1"/>
                    </a:solidFill>
                    <a:prstDash val="solid"/>
                  </a:ln>
                  <a:solidFill>
                    <a:srgbClr val="00B0F0"/>
                  </a:solidFill>
                  <a:effectLst>
                    <a:outerShdw dist="38100" dir="2700000" algn="bl" rotWithShape="0">
                      <a:schemeClr val="accent5"/>
                    </a:outerShdw>
                  </a:effectLst>
                  <a:latin typeface="Trajan Pro" panose="02020502050506020301" pitchFamily="18" charset="0"/>
                </a:rPr>
                <a:t>I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20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48621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48622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42220-01F8-134B-8323-290C1B80F358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1048623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24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09AD5-DD57-E94F-8845-9F89F40609C7}" type="slidenum">
              <a:rPr lang="en-US" smtClean="0"/>
              <a:t>‹#›</a:t>
            </a:fld>
            <a:endParaRPr lang="en-US"/>
          </a:p>
        </p:txBody>
      </p:sp>
      <p:sp>
        <p:nvSpPr>
          <p:cNvPr id="1048625" name="Rectangle 2"/>
          <p:cNvSpPr>
            <a:spLocks noChangeArrowheads="1"/>
          </p:cNvSpPr>
          <p:nvPr userDrawn="1"/>
        </p:nvSpPr>
        <p:spPr bwMode="auto">
          <a:xfrm flipV="1">
            <a:off x="9781792" y="-6899911"/>
            <a:ext cx="134468" cy="67564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52" name="Group 8"/>
          <p:cNvGrpSpPr/>
          <p:nvPr userDrawn="1"/>
        </p:nvGrpSpPr>
        <p:grpSpPr>
          <a:xfrm>
            <a:off x="-152400" y="333"/>
            <a:ext cx="12516678" cy="7451611"/>
            <a:chOff x="-152400" y="333"/>
            <a:chExt cx="12516678" cy="7451611"/>
          </a:xfrm>
        </p:grpSpPr>
        <p:sp>
          <p:nvSpPr>
            <p:cNvPr id="1048626" name="Rectangle 25"/>
            <p:cNvSpPr/>
            <p:nvPr userDrawn="1"/>
          </p:nvSpPr>
          <p:spPr>
            <a:xfrm>
              <a:off x="0" y="333"/>
              <a:ext cx="1112317" cy="68716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097158" name="Picture 1" descr="csu logo"/>
            <p:cNvPicPr>
              <a:picLocks noChangeAspect="1" noChangeArrowheads="1"/>
            </p:cNvPicPr>
            <p:nvPr userDrawn="1"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06895" y="187127"/>
              <a:ext cx="898525" cy="898525"/>
            </a:xfrm>
            <a:prstGeom prst="rect">
              <a:avLst/>
            </a:prstGeom>
            <a:noFill/>
          </p:spPr>
        </p:pic>
        <p:sp>
          <p:nvSpPr>
            <p:cNvPr id="1048627" name="Round Diagonal Corner Rectangle 27"/>
            <p:cNvSpPr/>
            <p:nvPr userDrawn="1"/>
          </p:nvSpPr>
          <p:spPr>
            <a:xfrm flipH="1">
              <a:off x="-152400" y="5897239"/>
              <a:ext cx="4267200" cy="1191272"/>
            </a:xfrm>
            <a:prstGeom prst="round2DiagRect">
              <a:avLst>
                <a:gd name="adj1" fmla="val 50000"/>
                <a:gd name="adj2" fmla="val 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8628" name="Round Diagonal Corner Rectangle 28"/>
            <p:cNvSpPr/>
            <p:nvPr userDrawn="1"/>
          </p:nvSpPr>
          <p:spPr>
            <a:xfrm flipH="1">
              <a:off x="3886200" y="6260672"/>
              <a:ext cx="8478078" cy="1191272"/>
            </a:xfrm>
            <a:prstGeom prst="round2DiagRect">
              <a:avLst>
                <a:gd name="adj1" fmla="val 50000"/>
                <a:gd name="adj2" fmla="val 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097159" name="Picture 29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4267200" y="6098192"/>
              <a:ext cx="7772400" cy="758116"/>
            </a:xfrm>
            <a:prstGeom prst="rect">
              <a:avLst/>
            </a:prstGeom>
          </p:spPr>
        </p:pic>
        <p:sp>
          <p:nvSpPr>
            <p:cNvPr id="1048629" name="Rectangle 30"/>
            <p:cNvSpPr/>
            <p:nvPr userDrawn="1"/>
          </p:nvSpPr>
          <p:spPr>
            <a:xfrm>
              <a:off x="813314" y="5813898"/>
              <a:ext cx="3580786" cy="1015663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l"/>
              <a:r>
                <a:rPr lang="en-US" sz="2000" b="1" cap="none" spc="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Bachelor of</a:t>
              </a:r>
            </a:p>
            <a:p>
              <a:pPr algn="l"/>
              <a:r>
                <a:rPr lang="en-US" sz="2000" b="1" cap="none" spc="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Science in</a:t>
              </a:r>
            </a:p>
            <a:p>
              <a:pPr algn="l"/>
              <a:r>
                <a:rPr lang="en-US" sz="2000" b="1" cap="none" spc="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Information Technology</a:t>
              </a:r>
            </a:p>
          </p:txBody>
        </p:sp>
        <p:sp>
          <p:nvSpPr>
            <p:cNvPr id="1048630" name="Rectangle 31"/>
            <p:cNvSpPr/>
            <p:nvPr userDrawn="1"/>
          </p:nvSpPr>
          <p:spPr>
            <a:xfrm>
              <a:off x="-26068" y="5761386"/>
              <a:ext cx="612202" cy="76944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4400" b="1" cap="none" spc="0" dirty="0">
                  <a:ln w="13462">
                    <a:solidFill>
                      <a:schemeClr val="bg1"/>
                    </a:solidFill>
                    <a:prstDash val="solid"/>
                  </a:ln>
                  <a:solidFill>
                    <a:srgbClr val="FFFF00"/>
                  </a:solidFill>
                  <a:effectLst>
                    <a:outerShdw dist="38100" dir="2700000" algn="bl" rotWithShape="0">
                      <a:schemeClr val="accent5"/>
                    </a:outerShdw>
                  </a:effectLst>
                  <a:latin typeface="Trajan Pro" panose="02020502050506020301" pitchFamily="18" charset="0"/>
                </a:rPr>
                <a:t>C</a:t>
              </a:r>
            </a:p>
          </p:txBody>
        </p:sp>
        <p:sp>
          <p:nvSpPr>
            <p:cNvPr id="1048631" name="Rectangle 32"/>
            <p:cNvSpPr/>
            <p:nvPr userDrawn="1"/>
          </p:nvSpPr>
          <p:spPr>
            <a:xfrm>
              <a:off x="374082" y="6213987"/>
              <a:ext cx="612202" cy="76944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4400" b="1" cap="none" spc="0" dirty="0">
                  <a:ln w="13462">
                    <a:solidFill>
                      <a:schemeClr val="bg1"/>
                    </a:solidFill>
                    <a:prstDash val="solid"/>
                  </a:ln>
                  <a:solidFill>
                    <a:schemeClr val="accent3">
                      <a:lumMod val="60000"/>
                      <a:lumOff val="40000"/>
                    </a:schemeClr>
                  </a:solidFill>
                  <a:effectLst>
                    <a:outerShdw dist="38100" dir="2700000" algn="bl" rotWithShape="0">
                      <a:schemeClr val="accent5"/>
                    </a:outerShdw>
                  </a:effectLst>
                  <a:latin typeface="Trajan Pro" panose="02020502050506020301" pitchFamily="18" charset="0"/>
                </a:rPr>
                <a:t>S</a:t>
              </a:r>
            </a:p>
          </p:txBody>
        </p:sp>
        <p:sp>
          <p:nvSpPr>
            <p:cNvPr id="1048632" name="Rectangle 20"/>
            <p:cNvSpPr/>
            <p:nvPr userDrawn="1"/>
          </p:nvSpPr>
          <p:spPr>
            <a:xfrm>
              <a:off x="-50954" y="6210781"/>
              <a:ext cx="612202" cy="76944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4400" b="1" cap="none" spc="0" dirty="0">
                  <a:ln w="13462">
                    <a:solidFill>
                      <a:schemeClr val="bg1"/>
                    </a:solidFill>
                    <a:prstDash val="solid"/>
                  </a:ln>
                  <a:solidFill>
                    <a:srgbClr val="FF0000"/>
                  </a:solidFill>
                  <a:effectLst>
                    <a:outerShdw dist="38100" dir="2700000" algn="bl" rotWithShape="0">
                      <a:schemeClr val="accent5"/>
                    </a:outerShdw>
                  </a:effectLst>
                  <a:latin typeface="Trajan Pro" panose="02020502050506020301" pitchFamily="18" charset="0"/>
                </a:rPr>
                <a:t>C</a:t>
              </a:r>
            </a:p>
          </p:txBody>
        </p:sp>
        <p:sp>
          <p:nvSpPr>
            <p:cNvPr id="1048633" name="Rectangle 21"/>
            <p:cNvSpPr/>
            <p:nvPr userDrawn="1"/>
          </p:nvSpPr>
          <p:spPr>
            <a:xfrm>
              <a:off x="361322" y="5762302"/>
              <a:ext cx="612202" cy="76944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4400" b="1" cap="none" spc="0" dirty="0">
                  <a:ln w="13462">
                    <a:solidFill>
                      <a:schemeClr val="bg1"/>
                    </a:solidFill>
                    <a:prstDash val="solid"/>
                  </a:ln>
                  <a:solidFill>
                    <a:srgbClr val="00B0F0"/>
                  </a:solidFill>
                  <a:effectLst>
                    <a:outerShdw dist="38100" dir="2700000" algn="bl" rotWithShape="0">
                      <a:schemeClr val="accent5"/>
                    </a:outerShdw>
                  </a:effectLst>
                  <a:latin typeface="Trajan Pro" panose="02020502050506020301" pitchFamily="18" charset="0"/>
                </a:rPr>
                <a:t>I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5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756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57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58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59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60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42220-01F8-134B-8323-290C1B80F358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1048761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62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09AD5-DD57-E94F-8845-9F89F40609C7}" type="slidenum">
              <a:rPr lang="en-US" smtClean="0"/>
              <a:t>‹#›</a:t>
            </a:fld>
            <a:endParaRPr lang="en-US"/>
          </a:p>
        </p:txBody>
      </p:sp>
      <p:grpSp>
        <p:nvGrpSpPr>
          <p:cNvPr id="92" name="Group 18"/>
          <p:cNvGrpSpPr/>
          <p:nvPr userDrawn="1"/>
        </p:nvGrpSpPr>
        <p:grpSpPr>
          <a:xfrm>
            <a:off x="-152400" y="333"/>
            <a:ext cx="12516678" cy="7451611"/>
            <a:chOff x="-152400" y="333"/>
            <a:chExt cx="12516678" cy="7451611"/>
          </a:xfrm>
        </p:grpSpPr>
        <p:sp>
          <p:nvSpPr>
            <p:cNvPr id="1048763" name="Rectangle 19"/>
            <p:cNvSpPr/>
            <p:nvPr userDrawn="1"/>
          </p:nvSpPr>
          <p:spPr>
            <a:xfrm>
              <a:off x="0" y="333"/>
              <a:ext cx="1112317" cy="68716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097168" name="Picture 1" descr="csu logo"/>
            <p:cNvPicPr>
              <a:picLocks noChangeAspect="1" noChangeArrowheads="1"/>
            </p:cNvPicPr>
            <p:nvPr userDrawn="1"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06895" y="187127"/>
              <a:ext cx="898525" cy="898525"/>
            </a:xfrm>
            <a:prstGeom prst="rect">
              <a:avLst/>
            </a:prstGeom>
            <a:noFill/>
          </p:spPr>
        </p:pic>
        <p:sp>
          <p:nvSpPr>
            <p:cNvPr id="1048764" name="Round Diagonal Corner Rectangle 27"/>
            <p:cNvSpPr/>
            <p:nvPr userDrawn="1"/>
          </p:nvSpPr>
          <p:spPr>
            <a:xfrm flipH="1">
              <a:off x="-152400" y="5897239"/>
              <a:ext cx="4267200" cy="1191272"/>
            </a:xfrm>
            <a:prstGeom prst="round2DiagRect">
              <a:avLst>
                <a:gd name="adj1" fmla="val 50000"/>
                <a:gd name="adj2" fmla="val 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8765" name="Round Diagonal Corner Rectangle 28"/>
            <p:cNvSpPr/>
            <p:nvPr userDrawn="1"/>
          </p:nvSpPr>
          <p:spPr>
            <a:xfrm flipH="1">
              <a:off x="3886200" y="6260672"/>
              <a:ext cx="8478078" cy="1191272"/>
            </a:xfrm>
            <a:prstGeom prst="round2DiagRect">
              <a:avLst>
                <a:gd name="adj1" fmla="val 50000"/>
                <a:gd name="adj2" fmla="val 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097169" name="Picture 32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4267200" y="6098192"/>
              <a:ext cx="7772400" cy="758116"/>
            </a:xfrm>
            <a:prstGeom prst="rect">
              <a:avLst/>
            </a:prstGeom>
          </p:spPr>
        </p:pic>
        <p:sp>
          <p:nvSpPr>
            <p:cNvPr id="1048766" name="Rectangle 33"/>
            <p:cNvSpPr/>
            <p:nvPr userDrawn="1"/>
          </p:nvSpPr>
          <p:spPr>
            <a:xfrm>
              <a:off x="813314" y="5813898"/>
              <a:ext cx="3580786" cy="1015663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l"/>
              <a:r>
                <a:rPr lang="en-US" sz="2000" b="1" cap="none" spc="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Bachelor of</a:t>
              </a:r>
            </a:p>
            <a:p>
              <a:pPr algn="l"/>
              <a:r>
                <a:rPr lang="en-US" sz="2000" b="1" cap="none" spc="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Science in</a:t>
              </a:r>
            </a:p>
            <a:p>
              <a:pPr algn="l"/>
              <a:r>
                <a:rPr lang="en-US" sz="2000" b="1" cap="none" spc="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Information Technology</a:t>
              </a:r>
            </a:p>
          </p:txBody>
        </p:sp>
        <p:sp>
          <p:nvSpPr>
            <p:cNvPr id="1048767" name="Rectangle 34"/>
            <p:cNvSpPr/>
            <p:nvPr userDrawn="1"/>
          </p:nvSpPr>
          <p:spPr>
            <a:xfrm>
              <a:off x="-26068" y="5761386"/>
              <a:ext cx="612202" cy="76944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4400" b="1" cap="none" spc="0" dirty="0">
                  <a:ln w="13462">
                    <a:solidFill>
                      <a:schemeClr val="bg1"/>
                    </a:solidFill>
                    <a:prstDash val="solid"/>
                  </a:ln>
                  <a:solidFill>
                    <a:srgbClr val="FFFF00"/>
                  </a:solidFill>
                  <a:effectLst>
                    <a:outerShdw dist="38100" dir="2700000" algn="bl" rotWithShape="0">
                      <a:schemeClr val="accent5"/>
                    </a:outerShdw>
                  </a:effectLst>
                  <a:latin typeface="Trajan Pro" panose="02020502050506020301" pitchFamily="18" charset="0"/>
                </a:rPr>
                <a:t>C</a:t>
              </a:r>
            </a:p>
          </p:txBody>
        </p:sp>
        <p:sp>
          <p:nvSpPr>
            <p:cNvPr id="1048768" name="Rectangle 35"/>
            <p:cNvSpPr/>
            <p:nvPr userDrawn="1"/>
          </p:nvSpPr>
          <p:spPr>
            <a:xfrm>
              <a:off x="374082" y="6213987"/>
              <a:ext cx="612202" cy="76944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4400" b="1" cap="none" spc="0" dirty="0">
                  <a:ln w="13462">
                    <a:solidFill>
                      <a:schemeClr val="bg1"/>
                    </a:solidFill>
                    <a:prstDash val="solid"/>
                  </a:ln>
                  <a:solidFill>
                    <a:schemeClr val="accent3">
                      <a:lumMod val="60000"/>
                      <a:lumOff val="40000"/>
                    </a:schemeClr>
                  </a:solidFill>
                  <a:effectLst>
                    <a:outerShdw dist="38100" dir="2700000" algn="bl" rotWithShape="0">
                      <a:schemeClr val="accent5"/>
                    </a:outerShdw>
                  </a:effectLst>
                  <a:latin typeface="Trajan Pro" panose="02020502050506020301" pitchFamily="18" charset="0"/>
                </a:rPr>
                <a:t>S</a:t>
              </a:r>
            </a:p>
          </p:txBody>
        </p:sp>
        <p:sp>
          <p:nvSpPr>
            <p:cNvPr id="1048769" name="Rectangle 36"/>
            <p:cNvSpPr/>
            <p:nvPr userDrawn="1"/>
          </p:nvSpPr>
          <p:spPr>
            <a:xfrm>
              <a:off x="-50954" y="6210781"/>
              <a:ext cx="612202" cy="76944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4400" b="1" cap="none" spc="0" dirty="0">
                  <a:ln w="13462">
                    <a:solidFill>
                      <a:schemeClr val="bg1"/>
                    </a:solidFill>
                    <a:prstDash val="solid"/>
                  </a:ln>
                  <a:solidFill>
                    <a:srgbClr val="FF0000"/>
                  </a:solidFill>
                  <a:effectLst>
                    <a:outerShdw dist="38100" dir="2700000" algn="bl" rotWithShape="0">
                      <a:schemeClr val="accent5"/>
                    </a:outerShdw>
                  </a:effectLst>
                  <a:latin typeface="Trajan Pro" panose="02020502050506020301" pitchFamily="18" charset="0"/>
                </a:rPr>
                <a:t>C</a:t>
              </a:r>
            </a:p>
          </p:txBody>
        </p:sp>
        <p:sp>
          <p:nvSpPr>
            <p:cNvPr id="1048770" name="Rectangle 37"/>
            <p:cNvSpPr/>
            <p:nvPr userDrawn="1"/>
          </p:nvSpPr>
          <p:spPr>
            <a:xfrm>
              <a:off x="361322" y="5762302"/>
              <a:ext cx="612202" cy="76944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4400" b="1" cap="none" spc="0" dirty="0">
                  <a:ln w="13462">
                    <a:solidFill>
                      <a:schemeClr val="bg1"/>
                    </a:solidFill>
                    <a:prstDash val="solid"/>
                  </a:ln>
                  <a:solidFill>
                    <a:srgbClr val="00B0F0"/>
                  </a:solidFill>
                  <a:effectLst>
                    <a:outerShdw dist="38100" dir="2700000" algn="bl" rotWithShape="0">
                      <a:schemeClr val="accent5"/>
                    </a:outerShdw>
                  </a:effectLst>
                  <a:latin typeface="Trajan Pro" panose="02020502050506020301" pitchFamily="18" charset="0"/>
                </a:rPr>
                <a:t>I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704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42220-01F8-134B-8323-290C1B80F358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104870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0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09AD5-DD57-E94F-8845-9F89F40609C7}" type="slidenum">
              <a:rPr lang="en-US" smtClean="0"/>
              <a:t>‹#›</a:t>
            </a:fld>
            <a:endParaRPr lang="en-US"/>
          </a:p>
        </p:txBody>
      </p:sp>
      <p:grpSp>
        <p:nvGrpSpPr>
          <p:cNvPr id="84" name="Group 14"/>
          <p:cNvGrpSpPr/>
          <p:nvPr userDrawn="1"/>
        </p:nvGrpSpPr>
        <p:grpSpPr>
          <a:xfrm>
            <a:off x="-152400" y="333"/>
            <a:ext cx="12516678" cy="7451611"/>
            <a:chOff x="-152400" y="333"/>
            <a:chExt cx="12516678" cy="7451611"/>
          </a:xfrm>
        </p:grpSpPr>
        <p:sp>
          <p:nvSpPr>
            <p:cNvPr id="1048707" name="Rectangle 15"/>
            <p:cNvSpPr/>
            <p:nvPr userDrawn="1"/>
          </p:nvSpPr>
          <p:spPr>
            <a:xfrm>
              <a:off x="0" y="333"/>
              <a:ext cx="1112317" cy="68716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097160" name="Picture 1" descr="csu logo"/>
            <p:cNvPicPr>
              <a:picLocks noChangeAspect="1" noChangeArrowheads="1"/>
            </p:cNvPicPr>
            <p:nvPr userDrawn="1"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06895" y="187127"/>
              <a:ext cx="898525" cy="898525"/>
            </a:xfrm>
            <a:prstGeom prst="rect">
              <a:avLst/>
            </a:prstGeom>
            <a:noFill/>
          </p:spPr>
        </p:pic>
        <p:sp>
          <p:nvSpPr>
            <p:cNvPr id="1048708" name="Round Diagonal Corner Rectangle 27"/>
            <p:cNvSpPr/>
            <p:nvPr userDrawn="1"/>
          </p:nvSpPr>
          <p:spPr>
            <a:xfrm flipH="1">
              <a:off x="-152400" y="5897239"/>
              <a:ext cx="4267200" cy="1191272"/>
            </a:xfrm>
            <a:prstGeom prst="round2DiagRect">
              <a:avLst>
                <a:gd name="adj1" fmla="val 50000"/>
                <a:gd name="adj2" fmla="val 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8709" name="Round Diagonal Corner Rectangle 28"/>
            <p:cNvSpPr/>
            <p:nvPr userDrawn="1"/>
          </p:nvSpPr>
          <p:spPr>
            <a:xfrm flipH="1">
              <a:off x="3886200" y="6260672"/>
              <a:ext cx="8478078" cy="1191272"/>
            </a:xfrm>
            <a:prstGeom prst="round2DiagRect">
              <a:avLst>
                <a:gd name="adj1" fmla="val 50000"/>
                <a:gd name="adj2" fmla="val 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097161" name="Picture 28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4267200" y="6098192"/>
              <a:ext cx="7772400" cy="758116"/>
            </a:xfrm>
            <a:prstGeom prst="rect">
              <a:avLst/>
            </a:prstGeom>
          </p:spPr>
        </p:pic>
        <p:sp>
          <p:nvSpPr>
            <p:cNvPr id="1048710" name="Rectangle 29"/>
            <p:cNvSpPr/>
            <p:nvPr userDrawn="1"/>
          </p:nvSpPr>
          <p:spPr>
            <a:xfrm>
              <a:off x="813314" y="5813898"/>
              <a:ext cx="3580786" cy="1015663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l"/>
              <a:r>
                <a:rPr lang="en-US" sz="2000" b="1" cap="none" spc="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Bachelor of</a:t>
              </a:r>
            </a:p>
            <a:p>
              <a:pPr algn="l"/>
              <a:r>
                <a:rPr lang="en-US" sz="2000" b="1" cap="none" spc="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Science in</a:t>
              </a:r>
            </a:p>
            <a:p>
              <a:pPr algn="l"/>
              <a:r>
                <a:rPr lang="en-US" sz="2000" b="1" cap="none" spc="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Information Technology</a:t>
              </a:r>
            </a:p>
          </p:txBody>
        </p:sp>
        <p:sp>
          <p:nvSpPr>
            <p:cNvPr id="1048711" name="Rectangle 30"/>
            <p:cNvSpPr/>
            <p:nvPr userDrawn="1"/>
          </p:nvSpPr>
          <p:spPr>
            <a:xfrm>
              <a:off x="-26068" y="5761386"/>
              <a:ext cx="612202" cy="76944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4400" b="1" cap="none" spc="0" dirty="0">
                  <a:ln w="13462">
                    <a:solidFill>
                      <a:schemeClr val="bg1"/>
                    </a:solidFill>
                    <a:prstDash val="solid"/>
                  </a:ln>
                  <a:solidFill>
                    <a:srgbClr val="FFFF00"/>
                  </a:solidFill>
                  <a:effectLst>
                    <a:outerShdw dist="38100" dir="2700000" algn="bl" rotWithShape="0">
                      <a:schemeClr val="accent5"/>
                    </a:outerShdw>
                  </a:effectLst>
                  <a:latin typeface="Trajan Pro" panose="02020502050506020301" pitchFamily="18" charset="0"/>
                </a:rPr>
                <a:t>C</a:t>
              </a:r>
            </a:p>
          </p:txBody>
        </p:sp>
        <p:sp>
          <p:nvSpPr>
            <p:cNvPr id="1048712" name="Rectangle 31"/>
            <p:cNvSpPr/>
            <p:nvPr userDrawn="1"/>
          </p:nvSpPr>
          <p:spPr>
            <a:xfrm>
              <a:off x="374082" y="6213987"/>
              <a:ext cx="612202" cy="76944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4400" b="1" cap="none" spc="0" dirty="0">
                  <a:ln w="13462">
                    <a:solidFill>
                      <a:schemeClr val="bg1"/>
                    </a:solidFill>
                    <a:prstDash val="solid"/>
                  </a:ln>
                  <a:solidFill>
                    <a:schemeClr val="accent3">
                      <a:lumMod val="60000"/>
                      <a:lumOff val="40000"/>
                    </a:schemeClr>
                  </a:solidFill>
                  <a:effectLst>
                    <a:outerShdw dist="38100" dir="2700000" algn="bl" rotWithShape="0">
                      <a:schemeClr val="accent5"/>
                    </a:outerShdw>
                  </a:effectLst>
                  <a:latin typeface="Trajan Pro" panose="02020502050506020301" pitchFamily="18" charset="0"/>
                </a:rPr>
                <a:t>S</a:t>
              </a:r>
            </a:p>
          </p:txBody>
        </p:sp>
        <p:sp>
          <p:nvSpPr>
            <p:cNvPr id="1048713" name="Rectangle 32"/>
            <p:cNvSpPr/>
            <p:nvPr userDrawn="1"/>
          </p:nvSpPr>
          <p:spPr>
            <a:xfrm>
              <a:off x="-50954" y="6210781"/>
              <a:ext cx="612202" cy="76944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4400" b="1" cap="none" spc="0" dirty="0">
                  <a:ln w="13462">
                    <a:solidFill>
                      <a:schemeClr val="bg1"/>
                    </a:solidFill>
                    <a:prstDash val="solid"/>
                  </a:ln>
                  <a:solidFill>
                    <a:srgbClr val="FF0000"/>
                  </a:solidFill>
                  <a:effectLst>
                    <a:outerShdw dist="38100" dir="2700000" algn="bl" rotWithShape="0">
                      <a:schemeClr val="accent5"/>
                    </a:outerShdw>
                  </a:effectLst>
                  <a:latin typeface="Trajan Pro" panose="02020502050506020301" pitchFamily="18" charset="0"/>
                </a:rPr>
                <a:t>C</a:t>
              </a:r>
            </a:p>
          </p:txBody>
        </p:sp>
        <p:sp>
          <p:nvSpPr>
            <p:cNvPr id="1048714" name="Rectangle 33"/>
            <p:cNvSpPr/>
            <p:nvPr userDrawn="1"/>
          </p:nvSpPr>
          <p:spPr>
            <a:xfrm>
              <a:off x="361322" y="5762302"/>
              <a:ext cx="612202" cy="76944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4400" b="1" cap="none" spc="0" dirty="0">
                  <a:ln w="13462">
                    <a:solidFill>
                      <a:schemeClr val="bg1"/>
                    </a:solidFill>
                    <a:prstDash val="solid"/>
                  </a:ln>
                  <a:solidFill>
                    <a:srgbClr val="00B0F0"/>
                  </a:solidFill>
                  <a:effectLst>
                    <a:outerShdw dist="38100" dir="2700000" algn="bl" rotWithShape="0">
                      <a:schemeClr val="accent5"/>
                    </a:outerShdw>
                  </a:effectLst>
                  <a:latin typeface="Trajan Pro" panose="02020502050506020301" pitchFamily="18" charset="0"/>
                </a:rPr>
                <a:t>I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1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42220-01F8-134B-8323-290C1B80F358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1048772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7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09AD5-DD57-E94F-8845-9F89F40609C7}" type="slidenum">
              <a:rPr lang="en-US" smtClean="0"/>
              <a:t>‹#›</a:t>
            </a:fld>
            <a:endParaRPr lang="en-US"/>
          </a:p>
        </p:txBody>
      </p:sp>
      <p:grpSp>
        <p:nvGrpSpPr>
          <p:cNvPr id="94" name="Group 13"/>
          <p:cNvGrpSpPr/>
          <p:nvPr userDrawn="1"/>
        </p:nvGrpSpPr>
        <p:grpSpPr>
          <a:xfrm>
            <a:off x="-152400" y="333"/>
            <a:ext cx="12516678" cy="7451611"/>
            <a:chOff x="-152400" y="333"/>
            <a:chExt cx="12516678" cy="7451611"/>
          </a:xfrm>
        </p:grpSpPr>
        <p:sp>
          <p:nvSpPr>
            <p:cNvPr id="1048774" name="Rectangle 14"/>
            <p:cNvSpPr/>
            <p:nvPr userDrawn="1"/>
          </p:nvSpPr>
          <p:spPr>
            <a:xfrm>
              <a:off x="0" y="333"/>
              <a:ext cx="1112317" cy="68716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097170" name="Picture 1" descr="csu logo"/>
            <p:cNvPicPr>
              <a:picLocks noChangeAspect="1" noChangeArrowheads="1"/>
            </p:cNvPicPr>
            <p:nvPr userDrawn="1"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06895" y="187127"/>
              <a:ext cx="898525" cy="898525"/>
            </a:xfrm>
            <a:prstGeom prst="rect">
              <a:avLst/>
            </a:prstGeom>
            <a:noFill/>
          </p:spPr>
        </p:pic>
        <p:sp>
          <p:nvSpPr>
            <p:cNvPr id="1048775" name="Round Diagonal Corner Rectangle 27"/>
            <p:cNvSpPr/>
            <p:nvPr userDrawn="1"/>
          </p:nvSpPr>
          <p:spPr>
            <a:xfrm flipH="1">
              <a:off x="-152400" y="5897239"/>
              <a:ext cx="4267200" cy="1191272"/>
            </a:xfrm>
            <a:prstGeom prst="round2DiagRect">
              <a:avLst>
                <a:gd name="adj1" fmla="val 50000"/>
                <a:gd name="adj2" fmla="val 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8776" name="Round Diagonal Corner Rectangle 28"/>
            <p:cNvSpPr/>
            <p:nvPr userDrawn="1"/>
          </p:nvSpPr>
          <p:spPr>
            <a:xfrm flipH="1">
              <a:off x="3886200" y="6260672"/>
              <a:ext cx="8478078" cy="1191272"/>
            </a:xfrm>
            <a:prstGeom prst="round2DiagRect">
              <a:avLst>
                <a:gd name="adj1" fmla="val 50000"/>
                <a:gd name="adj2" fmla="val 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097171" name="Picture 27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4267200" y="6098192"/>
              <a:ext cx="7772400" cy="758116"/>
            </a:xfrm>
            <a:prstGeom prst="rect">
              <a:avLst/>
            </a:prstGeom>
          </p:spPr>
        </p:pic>
        <p:sp>
          <p:nvSpPr>
            <p:cNvPr id="1048777" name="Rectangle 28"/>
            <p:cNvSpPr/>
            <p:nvPr userDrawn="1"/>
          </p:nvSpPr>
          <p:spPr>
            <a:xfrm>
              <a:off x="813314" y="5813898"/>
              <a:ext cx="3580786" cy="1015663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l"/>
              <a:r>
                <a:rPr lang="en-US" sz="2000" b="1" cap="none" spc="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Bachelor of</a:t>
              </a:r>
            </a:p>
            <a:p>
              <a:pPr algn="l"/>
              <a:r>
                <a:rPr lang="en-US" sz="2000" b="1" cap="none" spc="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Science in</a:t>
              </a:r>
            </a:p>
            <a:p>
              <a:pPr algn="l"/>
              <a:r>
                <a:rPr lang="en-US" sz="2000" b="1" cap="none" spc="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Information Technology</a:t>
              </a:r>
            </a:p>
          </p:txBody>
        </p:sp>
        <p:sp>
          <p:nvSpPr>
            <p:cNvPr id="1048778" name="Rectangle 29"/>
            <p:cNvSpPr/>
            <p:nvPr userDrawn="1"/>
          </p:nvSpPr>
          <p:spPr>
            <a:xfrm>
              <a:off x="-26068" y="5761386"/>
              <a:ext cx="612202" cy="76944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4400" b="1" cap="none" spc="0" dirty="0">
                  <a:ln w="13462">
                    <a:solidFill>
                      <a:schemeClr val="bg1"/>
                    </a:solidFill>
                    <a:prstDash val="solid"/>
                  </a:ln>
                  <a:solidFill>
                    <a:srgbClr val="FFFF00"/>
                  </a:solidFill>
                  <a:effectLst>
                    <a:outerShdw dist="38100" dir="2700000" algn="bl" rotWithShape="0">
                      <a:schemeClr val="accent5"/>
                    </a:outerShdw>
                  </a:effectLst>
                  <a:latin typeface="Trajan Pro" panose="02020502050506020301" pitchFamily="18" charset="0"/>
                </a:rPr>
                <a:t>C</a:t>
              </a:r>
            </a:p>
          </p:txBody>
        </p:sp>
        <p:sp>
          <p:nvSpPr>
            <p:cNvPr id="1048779" name="Rectangle 30"/>
            <p:cNvSpPr/>
            <p:nvPr userDrawn="1"/>
          </p:nvSpPr>
          <p:spPr>
            <a:xfrm>
              <a:off x="374082" y="6213987"/>
              <a:ext cx="612202" cy="76944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4400" b="1" cap="none" spc="0" dirty="0">
                  <a:ln w="13462">
                    <a:solidFill>
                      <a:schemeClr val="bg1"/>
                    </a:solidFill>
                    <a:prstDash val="solid"/>
                  </a:ln>
                  <a:solidFill>
                    <a:schemeClr val="accent3">
                      <a:lumMod val="60000"/>
                      <a:lumOff val="40000"/>
                    </a:schemeClr>
                  </a:solidFill>
                  <a:effectLst>
                    <a:outerShdw dist="38100" dir="2700000" algn="bl" rotWithShape="0">
                      <a:schemeClr val="accent5"/>
                    </a:outerShdw>
                  </a:effectLst>
                  <a:latin typeface="Trajan Pro" panose="02020502050506020301" pitchFamily="18" charset="0"/>
                </a:rPr>
                <a:t>S</a:t>
              </a:r>
            </a:p>
          </p:txBody>
        </p:sp>
        <p:sp>
          <p:nvSpPr>
            <p:cNvPr id="1048780" name="Rectangle 31"/>
            <p:cNvSpPr/>
            <p:nvPr userDrawn="1"/>
          </p:nvSpPr>
          <p:spPr>
            <a:xfrm>
              <a:off x="-50954" y="6210781"/>
              <a:ext cx="612202" cy="76944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4400" b="1" cap="none" spc="0" dirty="0">
                  <a:ln w="13462">
                    <a:solidFill>
                      <a:schemeClr val="bg1"/>
                    </a:solidFill>
                    <a:prstDash val="solid"/>
                  </a:ln>
                  <a:solidFill>
                    <a:srgbClr val="FF0000"/>
                  </a:solidFill>
                  <a:effectLst>
                    <a:outerShdw dist="38100" dir="2700000" algn="bl" rotWithShape="0">
                      <a:schemeClr val="accent5"/>
                    </a:outerShdw>
                  </a:effectLst>
                  <a:latin typeface="Trajan Pro" panose="02020502050506020301" pitchFamily="18" charset="0"/>
                </a:rPr>
                <a:t>C</a:t>
              </a:r>
            </a:p>
          </p:txBody>
        </p:sp>
        <p:sp>
          <p:nvSpPr>
            <p:cNvPr id="1048781" name="Rectangle 32"/>
            <p:cNvSpPr/>
            <p:nvPr userDrawn="1"/>
          </p:nvSpPr>
          <p:spPr>
            <a:xfrm>
              <a:off x="361322" y="5762302"/>
              <a:ext cx="612202" cy="76944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4400" b="1" cap="none" spc="0" dirty="0">
                  <a:ln w="13462">
                    <a:solidFill>
                      <a:schemeClr val="bg1"/>
                    </a:solidFill>
                    <a:prstDash val="solid"/>
                  </a:ln>
                  <a:solidFill>
                    <a:srgbClr val="00B0F0"/>
                  </a:solidFill>
                  <a:effectLst>
                    <a:outerShdw dist="38100" dir="2700000" algn="bl" rotWithShape="0">
                      <a:schemeClr val="accent5"/>
                    </a:outerShdw>
                  </a:effectLst>
                  <a:latin typeface="Trajan Pro" panose="02020502050506020301" pitchFamily="18" charset="0"/>
                </a:rPr>
                <a:t>I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78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8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8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42220-01F8-134B-8323-290C1B80F358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104878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8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09AD5-DD57-E94F-8845-9F89F40609C7}" type="slidenum">
              <a:rPr lang="en-US" smtClean="0"/>
              <a:t>‹#›</a:t>
            </a:fld>
            <a:endParaRPr lang="en-US"/>
          </a:p>
        </p:txBody>
      </p:sp>
      <p:grpSp>
        <p:nvGrpSpPr>
          <p:cNvPr id="96" name="Group 16"/>
          <p:cNvGrpSpPr/>
          <p:nvPr userDrawn="1"/>
        </p:nvGrpSpPr>
        <p:grpSpPr>
          <a:xfrm>
            <a:off x="-152400" y="333"/>
            <a:ext cx="12516678" cy="7451611"/>
            <a:chOff x="-152400" y="333"/>
            <a:chExt cx="12516678" cy="7451611"/>
          </a:xfrm>
        </p:grpSpPr>
        <p:sp>
          <p:nvSpPr>
            <p:cNvPr id="1048788" name="Rectangle 17"/>
            <p:cNvSpPr/>
            <p:nvPr userDrawn="1"/>
          </p:nvSpPr>
          <p:spPr>
            <a:xfrm>
              <a:off x="0" y="333"/>
              <a:ext cx="1112317" cy="68716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097172" name="Picture 1" descr="csu logo"/>
            <p:cNvPicPr>
              <a:picLocks noChangeAspect="1" noChangeArrowheads="1"/>
            </p:cNvPicPr>
            <p:nvPr userDrawn="1"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06895" y="187127"/>
              <a:ext cx="898525" cy="898525"/>
            </a:xfrm>
            <a:prstGeom prst="rect">
              <a:avLst/>
            </a:prstGeom>
            <a:noFill/>
          </p:spPr>
        </p:pic>
        <p:sp>
          <p:nvSpPr>
            <p:cNvPr id="1048789" name="Round Diagonal Corner Rectangle 27"/>
            <p:cNvSpPr/>
            <p:nvPr userDrawn="1"/>
          </p:nvSpPr>
          <p:spPr>
            <a:xfrm flipH="1">
              <a:off x="-152400" y="5897239"/>
              <a:ext cx="4267200" cy="1191272"/>
            </a:xfrm>
            <a:prstGeom prst="round2DiagRect">
              <a:avLst>
                <a:gd name="adj1" fmla="val 50000"/>
                <a:gd name="adj2" fmla="val 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8790" name="Round Diagonal Corner Rectangle 28"/>
            <p:cNvSpPr/>
            <p:nvPr userDrawn="1"/>
          </p:nvSpPr>
          <p:spPr>
            <a:xfrm flipH="1">
              <a:off x="3886200" y="6260672"/>
              <a:ext cx="8478078" cy="1191272"/>
            </a:xfrm>
            <a:prstGeom prst="round2DiagRect">
              <a:avLst>
                <a:gd name="adj1" fmla="val 50000"/>
                <a:gd name="adj2" fmla="val 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097173" name="Picture 30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4267200" y="6098192"/>
              <a:ext cx="7772400" cy="758116"/>
            </a:xfrm>
            <a:prstGeom prst="rect">
              <a:avLst/>
            </a:prstGeom>
          </p:spPr>
        </p:pic>
        <p:sp>
          <p:nvSpPr>
            <p:cNvPr id="1048791" name="Rectangle 31"/>
            <p:cNvSpPr/>
            <p:nvPr userDrawn="1"/>
          </p:nvSpPr>
          <p:spPr>
            <a:xfrm>
              <a:off x="813314" y="5813898"/>
              <a:ext cx="3580786" cy="1015663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l"/>
              <a:r>
                <a:rPr lang="en-US" sz="2000" b="1" cap="none" spc="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Bachelor of</a:t>
              </a:r>
            </a:p>
            <a:p>
              <a:pPr algn="l"/>
              <a:r>
                <a:rPr lang="en-US" sz="2000" b="1" cap="none" spc="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Science in</a:t>
              </a:r>
            </a:p>
            <a:p>
              <a:pPr algn="l"/>
              <a:r>
                <a:rPr lang="en-US" sz="2000" b="1" cap="none" spc="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Information Technology</a:t>
              </a:r>
            </a:p>
          </p:txBody>
        </p:sp>
        <p:sp>
          <p:nvSpPr>
            <p:cNvPr id="1048792" name="Rectangle 32"/>
            <p:cNvSpPr/>
            <p:nvPr userDrawn="1"/>
          </p:nvSpPr>
          <p:spPr>
            <a:xfrm>
              <a:off x="-26068" y="5761386"/>
              <a:ext cx="612202" cy="76944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4400" b="1" cap="none" spc="0" dirty="0">
                  <a:ln w="13462">
                    <a:solidFill>
                      <a:schemeClr val="bg1"/>
                    </a:solidFill>
                    <a:prstDash val="solid"/>
                  </a:ln>
                  <a:solidFill>
                    <a:srgbClr val="FFFF00"/>
                  </a:solidFill>
                  <a:effectLst>
                    <a:outerShdw dist="38100" dir="2700000" algn="bl" rotWithShape="0">
                      <a:schemeClr val="accent5"/>
                    </a:outerShdw>
                  </a:effectLst>
                  <a:latin typeface="Trajan Pro" panose="02020502050506020301" pitchFamily="18" charset="0"/>
                </a:rPr>
                <a:t>C</a:t>
              </a:r>
            </a:p>
          </p:txBody>
        </p:sp>
        <p:sp>
          <p:nvSpPr>
            <p:cNvPr id="1048793" name="Rectangle 33"/>
            <p:cNvSpPr/>
            <p:nvPr userDrawn="1"/>
          </p:nvSpPr>
          <p:spPr>
            <a:xfrm>
              <a:off x="374082" y="6213987"/>
              <a:ext cx="612202" cy="76944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4400" b="1" cap="none" spc="0" dirty="0">
                  <a:ln w="13462">
                    <a:solidFill>
                      <a:schemeClr val="bg1"/>
                    </a:solidFill>
                    <a:prstDash val="solid"/>
                  </a:ln>
                  <a:solidFill>
                    <a:schemeClr val="accent3">
                      <a:lumMod val="60000"/>
                      <a:lumOff val="40000"/>
                    </a:schemeClr>
                  </a:solidFill>
                  <a:effectLst>
                    <a:outerShdw dist="38100" dir="2700000" algn="bl" rotWithShape="0">
                      <a:schemeClr val="accent5"/>
                    </a:outerShdw>
                  </a:effectLst>
                  <a:latin typeface="Trajan Pro" panose="02020502050506020301" pitchFamily="18" charset="0"/>
                </a:rPr>
                <a:t>S</a:t>
              </a:r>
            </a:p>
          </p:txBody>
        </p:sp>
        <p:sp>
          <p:nvSpPr>
            <p:cNvPr id="1048794" name="Rectangle 34"/>
            <p:cNvSpPr/>
            <p:nvPr userDrawn="1"/>
          </p:nvSpPr>
          <p:spPr>
            <a:xfrm>
              <a:off x="-50954" y="6210781"/>
              <a:ext cx="612202" cy="76944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4400" b="1" cap="none" spc="0" dirty="0">
                  <a:ln w="13462">
                    <a:solidFill>
                      <a:schemeClr val="bg1"/>
                    </a:solidFill>
                    <a:prstDash val="solid"/>
                  </a:ln>
                  <a:solidFill>
                    <a:srgbClr val="FF0000"/>
                  </a:solidFill>
                  <a:effectLst>
                    <a:outerShdw dist="38100" dir="2700000" algn="bl" rotWithShape="0">
                      <a:schemeClr val="accent5"/>
                    </a:outerShdw>
                  </a:effectLst>
                  <a:latin typeface="Trajan Pro" panose="02020502050506020301" pitchFamily="18" charset="0"/>
                </a:rPr>
                <a:t>C</a:t>
              </a:r>
            </a:p>
          </p:txBody>
        </p:sp>
        <p:sp>
          <p:nvSpPr>
            <p:cNvPr id="1048795" name="Rectangle 35"/>
            <p:cNvSpPr/>
            <p:nvPr userDrawn="1"/>
          </p:nvSpPr>
          <p:spPr>
            <a:xfrm>
              <a:off x="361322" y="5762302"/>
              <a:ext cx="612202" cy="76944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4400" b="1" cap="none" spc="0" dirty="0">
                  <a:ln w="13462">
                    <a:solidFill>
                      <a:schemeClr val="bg1"/>
                    </a:solidFill>
                    <a:prstDash val="solid"/>
                  </a:ln>
                  <a:solidFill>
                    <a:srgbClr val="00B0F0"/>
                  </a:solidFill>
                  <a:effectLst>
                    <a:outerShdw dist="38100" dir="2700000" algn="bl" rotWithShape="0">
                      <a:schemeClr val="accent5"/>
                    </a:outerShdw>
                  </a:effectLst>
                  <a:latin typeface="Trajan Pro" panose="02020502050506020301" pitchFamily="18" charset="0"/>
                </a:rPr>
                <a:t>I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5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716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8717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1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42220-01F8-134B-8323-290C1B80F358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104871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2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09AD5-DD57-E94F-8845-9F89F40609C7}" type="slidenum">
              <a:rPr lang="en-US" smtClean="0"/>
              <a:t>‹#›</a:t>
            </a:fld>
            <a:endParaRPr lang="en-US"/>
          </a:p>
        </p:txBody>
      </p:sp>
      <p:grpSp>
        <p:nvGrpSpPr>
          <p:cNvPr id="86" name="Group 16"/>
          <p:cNvGrpSpPr/>
          <p:nvPr userDrawn="1"/>
        </p:nvGrpSpPr>
        <p:grpSpPr>
          <a:xfrm>
            <a:off x="-152400" y="333"/>
            <a:ext cx="12516678" cy="7451611"/>
            <a:chOff x="-152400" y="333"/>
            <a:chExt cx="12516678" cy="7451611"/>
          </a:xfrm>
        </p:grpSpPr>
        <p:sp>
          <p:nvSpPr>
            <p:cNvPr id="1048721" name="Rectangle 17"/>
            <p:cNvSpPr/>
            <p:nvPr userDrawn="1"/>
          </p:nvSpPr>
          <p:spPr>
            <a:xfrm>
              <a:off x="0" y="333"/>
              <a:ext cx="1112317" cy="68716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097162" name="Picture 1" descr="csu logo"/>
            <p:cNvPicPr>
              <a:picLocks noChangeAspect="1" noChangeArrowheads="1"/>
            </p:cNvPicPr>
            <p:nvPr userDrawn="1"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06895" y="187127"/>
              <a:ext cx="898525" cy="898525"/>
            </a:xfrm>
            <a:prstGeom prst="rect">
              <a:avLst/>
            </a:prstGeom>
            <a:noFill/>
          </p:spPr>
        </p:pic>
        <p:sp>
          <p:nvSpPr>
            <p:cNvPr id="1048722" name="Round Diagonal Corner Rectangle 27"/>
            <p:cNvSpPr/>
            <p:nvPr userDrawn="1"/>
          </p:nvSpPr>
          <p:spPr>
            <a:xfrm flipH="1">
              <a:off x="-152400" y="5897239"/>
              <a:ext cx="4267200" cy="1191272"/>
            </a:xfrm>
            <a:prstGeom prst="round2DiagRect">
              <a:avLst>
                <a:gd name="adj1" fmla="val 50000"/>
                <a:gd name="adj2" fmla="val 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8723" name="Round Diagonal Corner Rectangle 28"/>
            <p:cNvSpPr/>
            <p:nvPr userDrawn="1"/>
          </p:nvSpPr>
          <p:spPr>
            <a:xfrm flipH="1">
              <a:off x="3886200" y="6260672"/>
              <a:ext cx="8478078" cy="1191272"/>
            </a:xfrm>
            <a:prstGeom prst="round2DiagRect">
              <a:avLst>
                <a:gd name="adj1" fmla="val 50000"/>
                <a:gd name="adj2" fmla="val 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097163" name="Picture 30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4267200" y="6098192"/>
              <a:ext cx="7772400" cy="758116"/>
            </a:xfrm>
            <a:prstGeom prst="rect">
              <a:avLst/>
            </a:prstGeom>
          </p:spPr>
        </p:pic>
        <p:sp>
          <p:nvSpPr>
            <p:cNvPr id="1048724" name="Rectangle 31"/>
            <p:cNvSpPr/>
            <p:nvPr userDrawn="1"/>
          </p:nvSpPr>
          <p:spPr>
            <a:xfrm>
              <a:off x="813314" y="5813898"/>
              <a:ext cx="3580786" cy="1015663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l"/>
              <a:r>
                <a:rPr lang="en-US" sz="2000" b="1" cap="none" spc="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Bachelor of</a:t>
              </a:r>
            </a:p>
            <a:p>
              <a:pPr algn="l"/>
              <a:r>
                <a:rPr lang="en-US" sz="2000" b="1" cap="none" spc="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Science in</a:t>
              </a:r>
            </a:p>
            <a:p>
              <a:pPr algn="l"/>
              <a:r>
                <a:rPr lang="en-US" sz="2000" b="1" cap="none" spc="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Information Technology</a:t>
              </a:r>
            </a:p>
          </p:txBody>
        </p:sp>
        <p:sp>
          <p:nvSpPr>
            <p:cNvPr id="1048725" name="Rectangle 32"/>
            <p:cNvSpPr/>
            <p:nvPr userDrawn="1"/>
          </p:nvSpPr>
          <p:spPr>
            <a:xfrm>
              <a:off x="-26068" y="5761386"/>
              <a:ext cx="612202" cy="76944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4400" b="1" cap="none" spc="0" dirty="0">
                  <a:ln w="13462">
                    <a:solidFill>
                      <a:schemeClr val="bg1"/>
                    </a:solidFill>
                    <a:prstDash val="solid"/>
                  </a:ln>
                  <a:solidFill>
                    <a:srgbClr val="FFFF00"/>
                  </a:solidFill>
                  <a:effectLst>
                    <a:outerShdw dist="38100" dir="2700000" algn="bl" rotWithShape="0">
                      <a:schemeClr val="accent5"/>
                    </a:outerShdw>
                  </a:effectLst>
                  <a:latin typeface="Trajan Pro" panose="02020502050506020301" pitchFamily="18" charset="0"/>
                </a:rPr>
                <a:t>C</a:t>
              </a:r>
            </a:p>
          </p:txBody>
        </p:sp>
        <p:sp>
          <p:nvSpPr>
            <p:cNvPr id="1048726" name="Rectangle 33"/>
            <p:cNvSpPr/>
            <p:nvPr userDrawn="1"/>
          </p:nvSpPr>
          <p:spPr>
            <a:xfrm>
              <a:off x="374082" y="6213987"/>
              <a:ext cx="612202" cy="76944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4400" b="1" cap="none" spc="0" dirty="0">
                  <a:ln w="13462">
                    <a:solidFill>
                      <a:schemeClr val="bg1"/>
                    </a:solidFill>
                    <a:prstDash val="solid"/>
                  </a:ln>
                  <a:solidFill>
                    <a:schemeClr val="accent3">
                      <a:lumMod val="60000"/>
                      <a:lumOff val="40000"/>
                    </a:schemeClr>
                  </a:solidFill>
                  <a:effectLst>
                    <a:outerShdw dist="38100" dir="2700000" algn="bl" rotWithShape="0">
                      <a:schemeClr val="accent5"/>
                    </a:outerShdw>
                  </a:effectLst>
                  <a:latin typeface="Trajan Pro" panose="02020502050506020301" pitchFamily="18" charset="0"/>
                </a:rPr>
                <a:t>S</a:t>
              </a:r>
            </a:p>
          </p:txBody>
        </p:sp>
        <p:sp>
          <p:nvSpPr>
            <p:cNvPr id="1048727" name="Rectangle 34"/>
            <p:cNvSpPr/>
            <p:nvPr userDrawn="1"/>
          </p:nvSpPr>
          <p:spPr>
            <a:xfrm>
              <a:off x="-50954" y="6210781"/>
              <a:ext cx="612202" cy="76944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4400" b="1" cap="none" spc="0" dirty="0">
                  <a:ln w="13462">
                    <a:solidFill>
                      <a:schemeClr val="bg1"/>
                    </a:solidFill>
                    <a:prstDash val="solid"/>
                  </a:ln>
                  <a:solidFill>
                    <a:srgbClr val="FF0000"/>
                  </a:solidFill>
                  <a:effectLst>
                    <a:outerShdw dist="38100" dir="2700000" algn="bl" rotWithShape="0">
                      <a:schemeClr val="accent5"/>
                    </a:outerShdw>
                  </a:effectLst>
                  <a:latin typeface="Trajan Pro" panose="02020502050506020301" pitchFamily="18" charset="0"/>
                </a:rPr>
                <a:t>C</a:t>
              </a:r>
            </a:p>
          </p:txBody>
        </p:sp>
        <p:sp>
          <p:nvSpPr>
            <p:cNvPr id="1048728" name="Rectangle 35"/>
            <p:cNvSpPr/>
            <p:nvPr userDrawn="1"/>
          </p:nvSpPr>
          <p:spPr>
            <a:xfrm>
              <a:off x="361322" y="5762302"/>
              <a:ext cx="612202" cy="76944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4400" b="1" cap="none" spc="0" dirty="0">
                  <a:ln w="13462">
                    <a:solidFill>
                      <a:schemeClr val="bg1"/>
                    </a:solidFill>
                    <a:prstDash val="solid"/>
                  </a:ln>
                  <a:solidFill>
                    <a:srgbClr val="00B0F0"/>
                  </a:solidFill>
                  <a:effectLst>
                    <a:outerShdw dist="38100" dir="2700000" algn="bl" rotWithShape="0">
                      <a:schemeClr val="accent5"/>
                    </a:outerShdw>
                  </a:effectLst>
                  <a:latin typeface="Trajan Pro" panose="02020502050506020301" pitchFamily="18" charset="0"/>
                </a:rPr>
                <a:t>I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730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3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42220-01F8-134B-8323-290C1B80F358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104873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3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09AD5-DD57-E94F-8845-9F89F40609C7}" type="slidenum">
              <a:rPr lang="en-US" smtClean="0"/>
              <a:t>‹#›</a:t>
            </a:fld>
            <a:endParaRPr lang="en-US"/>
          </a:p>
        </p:txBody>
      </p:sp>
      <p:grpSp>
        <p:nvGrpSpPr>
          <p:cNvPr id="88" name="Group 15"/>
          <p:cNvGrpSpPr/>
          <p:nvPr userDrawn="1"/>
        </p:nvGrpSpPr>
        <p:grpSpPr>
          <a:xfrm>
            <a:off x="-152400" y="333"/>
            <a:ext cx="12516678" cy="7451611"/>
            <a:chOff x="-152400" y="333"/>
            <a:chExt cx="12516678" cy="7451611"/>
          </a:xfrm>
        </p:grpSpPr>
        <p:sp>
          <p:nvSpPr>
            <p:cNvPr id="1048734" name="Rectangle 16"/>
            <p:cNvSpPr/>
            <p:nvPr userDrawn="1"/>
          </p:nvSpPr>
          <p:spPr>
            <a:xfrm>
              <a:off x="0" y="333"/>
              <a:ext cx="1112317" cy="68716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097164" name="Picture 1" descr="csu logo"/>
            <p:cNvPicPr>
              <a:picLocks noChangeAspect="1" noChangeArrowheads="1"/>
            </p:cNvPicPr>
            <p:nvPr userDrawn="1"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06895" y="187127"/>
              <a:ext cx="898525" cy="898525"/>
            </a:xfrm>
            <a:prstGeom prst="rect">
              <a:avLst/>
            </a:prstGeom>
            <a:noFill/>
          </p:spPr>
        </p:pic>
        <p:sp>
          <p:nvSpPr>
            <p:cNvPr id="1048735" name="Round Diagonal Corner Rectangle 27"/>
            <p:cNvSpPr/>
            <p:nvPr userDrawn="1"/>
          </p:nvSpPr>
          <p:spPr>
            <a:xfrm flipH="1">
              <a:off x="-152400" y="5897239"/>
              <a:ext cx="4267200" cy="1191272"/>
            </a:xfrm>
            <a:prstGeom prst="round2DiagRect">
              <a:avLst>
                <a:gd name="adj1" fmla="val 50000"/>
                <a:gd name="adj2" fmla="val 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8736" name="Round Diagonal Corner Rectangle 28"/>
            <p:cNvSpPr/>
            <p:nvPr userDrawn="1"/>
          </p:nvSpPr>
          <p:spPr>
            <a:xfrm flipH="1">
              <a:off x="3886200" y="6260672"/>
              <a:ext cx="8478078" cy="1191272"/>
            </a:xfrm>
            <a:prstGeom prst="round2DiagRect">
              <a:avLst>
                <a:gd name="adj1" fmla="val 50000"/>
                <a:gd name="adj2" fmla="val 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097165" name="Picture 29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4267200" y="6098192"/>
              <a:ext cx="7772400" cy="758116"/>
            </a:xfrm>
            <a:prstGeom prst="rect">
              <a:avLst/>
            </a:prstGeom>
          </p:spPr>
        </p:pic>
        <p:sp>
          <p:nvSpPr>
            <p:cNvPr id="1048737" name="Rectangle 30"/>
            <p:cNvSpPr/>
            <p:nvPr userDrawn="1"/>
          </p:nvSpPr>
          <p:spPr>
            <a:xfrm>
              <a:off x="813314" y="5813898"/>
              <a:ext cx="3580786" cy="1015663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l"/>
              <a:r>
                <a:rPr lang="en-US" sz="2000" b="1" cap="none" spc="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Bachelor of</a:t>
              </a:r>
            </a:p>
            <a:p>
              <a:pPr algn="l"/>
              <a:r>
                <a:rPr lang="en-US" sz="2000" b="1" cap="none" spc="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Science in</a:t>
              </a:r>
            </a:p>
            <a:p>
              <a:pPr algn="l"/>
              <a:r>
                <a:rPr lang="en-US" sz="2000" b="1" cap="none" spc="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Information Technology</a:t>
              </a:r>
            </a:p>
          </p:txBody>
        </p:sp>
        <p:sp>
          <p:nvSpPr>
            <p:cNvPr id="1048738" name="Rectangle 31"/>
            <p:cNvSpPr/>
            <p:nvPr userDrawn="1"/>
          </p:nvSpPr>
          <p:spPr>
            <a:xfrm>
              <a:off x="-26068" y="5761386"/>
              <a:ext cx="612202" cy="76944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4400" b="1" cap="none" spc="0" dirty="0">
                  <a:ln w="13462">
                    <a:solidFill>
                      <a:schemeClr val="bg1"/>
                    </a:solidFill>
                    <a:prstDash val="solid"/>
                  </a:ln>
                  <a:solidFill>
                    <a:srgbClr val="FFFF00"/>
                  </a:solidFill>
                  <a:effectLst>
                    <a:outerShdw dist="38100" dir="2700000" algn="bl" rotWithShape="0">
                      <a:schemeClr val="accent5"/>
                    </a:outerShdw>
                  </a:effectLst>
                  <a:latin typeface="Trajan Pro" panose="02020502050506020301" pitchFamily="18" charset="0"/>
                </a:rPr>
                <a:t>C</a:t>
              </a:r>
            </a:p>
          </p:txBody>
        </p:sp>
        <p:sp>
          <p:nvSpPr>
            <p:cNvPr id="1048739" name="Rectangle 32"/>
            <p:cNvSpPr/>
            <p:nvPr userDrawn="1"/>
          </p:nvSpPr>
          <p:spPr>
            <a:xfrm>
              <a:off x="374082" y="6213987"/>
              <a:ext cx="612202" cy="76944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4400" b="1" cap="none" spc="0" dirty="0">
                  <a:ln w="13462">
                    <a:solidFill>
                      <a:schemeClr val="bg1"/>
                    </a:solidFill>
                    <a:prstDash val="solid"/>
                  </a:ln>
                  <a:solidFill>
                    <a:schemeClr val="accent3">
                      <a:lumMod val="60000"/>
                      <a:lumOff val="40000"/>
                    </a:schemeClr>
                  </a:solidFill>
                  <a:effectLst>
                    <a:outerShdw dist="38100" dir="2700000" algn="bl" rotWithShape="0">
                      <a:schemeClr val="accent5"/>
                    </a:outerShdw>
                  </a:effectLst>
                  <a:latin typeface="Trajan Pro" panose="02020502050506020301" pitchFamily="18" charset="0"/>
                </a:rPr>
                <a:t>S</a:t>
              </a:r>
            </a:p>
          </p:txBody>
        </p:sp>
        <p:sp>
          <p:nvSpPr>
            <p:cNvPr id="1048740" name="Rectangle 33"/>
            <p:cNvSpPr/>
            <p:nvPr userDrawn="1"/>
          </p:nvSpPr>
          <p:spPr>
            <a:xfrm>
              <a:off x="-50954" y="6210781"/>
              <a:ext cx="612202" cy="76944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4400" b="1" cap="none" spc="0" dirty="0">
                  <a:ln w="13462">
                    <a:solidFill>
                      <a:schemeClr val="bg1"/>
                    </a:solidFill>
                    <a:prstDash val="solid"/>
                  </a:ln>
                  <a:solidFill>
                    <a:srgbClr val="FF0000"/>
                  </a:solidFill>
                  <a:effectLst>
                    <a:outerShdw dist="38100" dir="2700000" algn="bl" rotWithShape="0">
                      <a:schemeClr val="accent5"/>
                    </a:outerShdw>
                  </a:effectLst>
                  <a:latin typeface="Trajan Pro" panose="02020502050506020301" pitchFamily="18" charset="0"/>
                </a:rPr>
                <a:t>C</a:t>
              </a:r>
            </a:p>
          </p:txBody>
        </p:sp>
        <p:sp>
          <p:nvSpPr>
            <p:cNvPr id="1048741" name="Rectangle 34"/>
            <p:cNvSpPr/>
            <p:nvPr userDrawn="1"/>
          </p:nvSpPr>
          <p:spPr>
            <a:xfrm>
              <a:off x="361322" y="5762302"/>
              <a:ext cx="612202" cy="76944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4400" b="1" cap="none" spc="0" dirty="0">
                  <a:ln w="13462">
                    <a:solidFill>
                      <a:schemeClr val="bg1"/>
                    </a:solidFill>
                    <a:prstDash val="solid"/>
                  </a:ln>
                  <a:solidFill>
                    <a:srgbClr val="00B0F0"/>
                  </a:solidFill>
                  <a:effectLst>
                    <a:outerShdw dist="38100" dir="2700000" algn="bl" rotWithShape="0">
                      <a:schemeClr val="accent5"/>
                    </a:outerShdw>
                  </a:effectLst>
                  <a:latin typeface="Trajan Pro" panose="02020502050506020301" pitchFamily="18" charset="0"/>
                </a:rPr>
                <a:t>I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E42220-01F8-134B-8323-290C1B80F358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009AD5-DD57-E94F-8845-9F89F40609C7}" type="slidenum">
              <a:rPr lang="en-US" smtClean="0"/>
              <a:t>‹#›</a:t>
            </a:fld>
            <a:endParaRPr lang="en-US"/>
          </a:p>
        </p:txBody>
      </p:sp>
      <p:grpSp>
        <p:nvGrpSpPr>
          <p:cNvPr id="12" name="Group 6"/>
          <p:cNvGrpSpPr/>
          <p:nvPr userDrawn="1"/>
        </p:nvGrpSpPr>
        <p:grpSpPr>
          <a:xfrm>
            <a:off x="-152400" y="333"/>
            <a:ext cx="12516678" cy="7451611"/>
            <a:chOff x="-152400" y="333"/>
            <a:chExt cx="12516678" cy="7451611"/>
          </a:xfrm>
        </p:grpSpPr>
        <p:sp>
          <p:nvSpPr>
            <p:cNvPr id="1048581" name="Rectangle 7"/>
            <p:cNvSpPr/>
            <p:nvPr userDrawn="1"/>
          </p:nvSpPr>
          <p:spPr>
            <a:xfrm>
              <a:off x="0" y="333"/>
              <a:ext cx="1112317" cy="68716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097152" name="Picture 1" descr="csu logo"/>
            <p:cNvPicPr>
              <a:picLocks noChangeAspect="1" noChangeArrowheads="1"/>
            </p:cNvPicPr>
            <p:nvPr userDrawn="1"/>
          </p:nvPicPr>
          <p:blipFill>
            <a:blip r:embed="rId12"/>
            <a:srcRect/>
            <a:stretch>
              <a:fillRect/>
            </a:stretch>
          </p:blipFill>
          <p:spPr bwMode="auto">
            <a:xfrm>
              <a:off x="106895" y="187127"/>
              <a:ext cx="898525" cy="898525"/>
            </a:xfrm>
            <a:prstGeom prst="rect">
              <a:avLst/>
            </a:prstGeom>
            <a:noFill/>
          </p:spPr>
        </p:pic>
        <p:sp>
          <p:nvSpPr>
            <p:cNvPr id="1048582" name="Round Diagonal Corner Rectangle 27"/>
            <p:cNvSpPr/>
            <p:nvPr userDrawn="1"/>
          </p:nvSpPr>
          <p:spPr>
            <a:xfrm flipH="1">
              <a:off x="-152400" y="5897239"/>
              <a:ext cx="4267200" cy="1191272"/>
            </a:xfrm>
            <a:prstGeom prst="round2DiagRect">
              <a:avLst>
                <a:gd name="adj1" fmla="val 50000"/>
                <a:gd name="adj2" fmla="val 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8583" name="Round Diagonal Corner Rectangle 28"/>
            <p:cNvSpPr/>
            <p:nvPr userDrawn="1"/>
          </p:nvSpPr>
          <p:spPr>
            <a:xfrm flipH="1">
              <a:off x="3886200" y="6260672"/>
              <a:ext cx="8478078" cy="1191272"/>
            </a:xfrm>
            <a:prstGeom prst="round2DiagRect">
              <a:avLst>
                <a:gd name="adj1" fmla="val 50000"/>
                <a:gd name="adj2" fmla="val 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097153" name="Picture 11"/>
            <p:cNvPicPr>
              <a:picLocks noChangeAspect="1"/>
            </p:cNvPicPr>
            <p:nvPr userDrawn="1"/>
          </p:nvPicPr>
          <p:blipFill>
            <a:blip r:embed="rId13"/>
            <a:stretch>
              <a:fillRect/>
            </a:stretch>
          </p:blipFill>
          <p:spPr>
            <a:xfrm>
              <a:off x="4267200" y="6098192"/>
              <a:ext cx="7772400" cy="758116"/>
            </a:xfrm>
            <a:prstGeom prst="rect">
              <a:avLst/>
            </a:prstGeom>
          </p:spPr>
        </p:pic>
        <p:sp>
          <p:nvSpPr>
            <p:cNvPr id="1048584" name="Rectangle 12"/>
            <p:cNvSpPr/>
            <p:nvPr userDrawn="1"/>
          </p:nvSpPr>
          <p:spPr>
            <a:xfrm>
              <a:off x="813314" y="5813898"/>
              <a:ext cx="3580786" cy="1015663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l"/>
              <a:r>
                <a:rPr lang="en-US" sz="2000" b="1" cap="none" spc="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Bachelor of</a:t>
              </a:r>
            </a:p>
            <a:p>
              <a:pPr algn="l"/>
              <a:r>
                <a:rPr lang="en-US" sz="2000" b="1" cap="none" spc="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Science in</a:t>
              </a:r>
            </a:p>
            <a:p>
              <a:pPr algn="l"/>
              <a:r>
                <a:rPr lang="en-US" sz="2000" b="1" cap="none" spc="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Information Technology</a:t>
              </a:r>
            </a:p>
          </p:txBody>
        </p:sp>
        <p:sp>
          <p:nvSpPr>
            <p:cNvPr id="1048585" name="Rectangle 13"/>
            <p:cNvSpPr/>
            <p:nvPr userDrawn="1"/>
          </p:nvSpPr>
          <p:spPr>
            <a:xfrm>
              <a:off x="-26068" y="5761386"/>
              <a:ext cx="612202" cy="76944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4400" b="1" cap="none" spc="0" dirty="0">
                  <a:ln w="13462">
                    <a:solidFill>
                      <a:schemeClr val="bg1"/>
                    </a:solidFill>
                    <a:prstDash val="solid"/>
                  </a:ln>
                  <a:solidFill>
                    <a:srgbClr val="FFFF00"/>
                  </a:solidFill>
                  <a:effectLst>
                    <a:outerShdw dist="38100" dir="2700000" algn="bl" rotWithShape="0">
                      <a:schemeClr val="accent5"/>
                    </a:outerShdw>
                  </a:effectLst>
                  <a:latin typeface="Trajan Pro" panose="02020502050506020301" pitchFamily="18" charset="0"/>
                </a:rPr>
                <a:t>C</a:t>
              </a:r>
            </a:p>
          </p:txBody>
        </p:sp>
        <p:sp>
          <p:nvSpPr>
            <p:cNvPr id="1048586" name="Rectangle 14"/>
            <p:cNvSpPr/>
            <p:nvPr userDrawn="1"/>
          </p:nvSpPr>
          <p:spPr>
            <a:xfrm>
              <a:off x="374082" y="6213987"/>
              <a:ext cx="612202" cy="76944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4400" b="1" cap="none" spc="0" dirty="0">
                  <a:ln w="13462">
                    <a:solidFill>
                      <a:schemeClr val="bg1"/>
                    </a:solidFill>
                    <a:prstDash val="solid"/>
                  </a:ln>
                  <a:solidFill>
                    <a:schemeClr val="accent3">
                      <a:lumMod val="60000"/>
                      <a:lumOff val="40000"/>
                    </a:schemeClr>
                  </a:solidFill>
                  <a:effectLst>
                    <a:outerShdw dist="38100" dir="2700000" algn="bl" rotWithShape="0">
                      <a:schemeClr val="accent5"/>
                    </a:outerShdw>
                  </a:effectLst>
                  <a:latin typeface="Trajan Pro" panose="02020502050506020301" pitchFamily="18" charset="0"/>
                </a:rPr>
                <a:t>S</a:t>
              </a:r>
            </a:p>
          </p:txBody>
        </p:sp>
        <p:sp>
          <p:nvSpPr>
            <p:cNvPr id="1048587" name="Rectangle 15"/>
            <p:cNvSpPr/>
            <p:nvPr userDrawn="1"/>
          </p:nvSpPr>
          <p:spPr>
            <a:xfrm>
              <a:off x="-50954" y="6210781"/>
              <a:ext cx="612202" cy="76944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4400" b="1" cap="none" spc="0" dirty="0">
                  <a:ln w="13462">
                    <a:solidFill>
                      <a:schemeClr val="bg1"/>
                    </a:solidFill>
                    <a:prstDash val="solid"/>
                  </a:ln>
                  <a:solidFill>
                    <a:srgbClr val="FF0000"/>
                  </a:solidFill>
                  <a:effectLst>
                    <a:outerShdw dist="38100" dir="2700000" algn="bl" rotWithShape="0">
                      <a:schemeClr val="accent5"/>
                    </a:outerShdw>
                  </a:effectLst>
                  <a:latin typeface="Trajan Pro" panose="02020502050506020301" pitchFamily="18" charset="0"/>
                </a:rPr>
                <a:t>C</a:t>
              </a:r>
            </a:p>
          </p:txBody>
        </p:sp>
        <p:sp>
          <p:nvSpPr>
            <p:cNvPr id="1048588" name="Rectangle 16"/>
            <p:cNvSpPr/>
            <p:nvPr userDrawn="1"/>
          </p:nvSpPr>
          <p:spPr>
            <a:xfrm>
              <a:off x="361322" y="5762302"/>
              <a:ext cx="612202" cy="76944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4400" b="1" cap="none" spc="0" dirty="0">
                  <a:ln w="13462">
                    <a:solidFill>
                      <a:schemeClr val="bg1"/>
                    </a:solidFill>
                    <a:prstDash val="solid"/>
                  </a:ln>
                  <a:solidFill>
                    <a:srgbClr val="00B0F0"/>
                  </a:solidFill>
                  <a:effectLst>
                    <a:outerShdw dist="38100" dir="2700000" algn="bl" rotWithShape="0">
                      <a:schemeClr val="accent5"/>
                    </a:outerShdw>
                  </a:effectLst>
                  <a:latin typeface="Trajan Pro" panose="02020502050506020301" pitchFamily="18" charset="0"/>
                </a:rPr>
                <a:t>I</a:t>
              </a: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10463784" cy="2387600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400" b="1" dirty="0"/>
              <a:t>Tres </a:t>
            </a:r>
            <a:r>
              <a:rPr lang="en-US" sz="2400" b="1" dirty="0" err="1"/>
              <a:t>marias</a:t>
            </a:r>
            <a:r>
              <a:rPr lang="en-US" sz="2400" b="1" dirty="0"/>
              <a:t>: Developing a Progressive Web App (PWA) for Hyper-Local Bakery Delivery and Pre-orders</a:t>
            </a:r>
            <a:br>
              <a:rPr lang="en-ID" sz="2400" dirty="0"/>
            </a:br>
            <a:endParaRPr lang="en-US" sz="2400" dirty="0"/>
          </a:p>
        </p:txBody>
      </p:sp>
      <p:sp>
        <p:nvSpPr>
          <p:cNvPr id="1048603" name="Subtitle 2"/>
          <p:cNvSpPr>
            <a:spLocks noGrp="1"/>
          </p:cNvSpPr>
          <p:nvPr>
            <p:ph type="subTitle" idx="1"/>
          </p:nvPr>
        </p:nvSpPr>
        <p:spPr>
          <a:xfrm>
            <a:off x="1610360" y="3850571"/>
            <a:ext cx="9144000" cy="165576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AREOLA DENVER O.</a:t>
            </a:r>
            <a:endParaRPr lang="en-ID" dirty="0"/>
          </a:p>
          <a:p>
            <a:r>
              <a:rPr lang="en-US" dirty="0"/>
              <a:t>BALANZA JOHN BENEDICT Q.</a:t>
            </a:r>
            <a:endParaRPr lang="en-ID" dirty="0"/>
          </a:p>
          <a:p>
            <a:r>
              <a:rPr lang="en-US" dirty="0"/>
              <a:t>ANAGARAN RAJAN P.</a:t>
            </a:r>
            <a:endParaRPr lang="en-ID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College of Information and Computing Sciences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9833">
        <p:comb/>
      </p:transition>
    </mc:Choice>
    <mc:Fallback xmlns="">
      <p:transition spd="slow" advTm="9833">
        <p:comb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3" name="Title 1"/>
          <p:cNvSpPr txBox="1">
            <a:spLocks noGrp="1"/>
          </p:cNvSpPr>
          <p:nvPr>
            <p:ph type="title"/>
          </p:nvPr>
        </p:nvSpPr>
        <p:spPr>
          <a:xfrm>
            <a:off x="1138003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n>
                  <a:solidFill>
                    <a:schemeClr val="tx1"/>
                  </a:solidFill>
                </a:ln>
                <a:latin typeface="Desdemona" pitchFamily="82" charset="77"/>
              </a:rPr>
              <a:t>Rationale</a:t>
            </a:r>
          </a:p>
        </p:txBody>
      </p:sp>
      <p:sp>
        <p:nvSpPr>
          <p:cNvPr id="1048654" name="Content Placeholder 12"/>
          <p:cNvSpPr>
            <a:spLocks noGrp="1"/>
          </p:cNvSpPr>
          <p:nvPr>
            <p:ph sz="half" idx="1"/>
          </p:nvPr>
        </p:nvSpPr>
        <p:spPr>
          <a:xfrm>
            <a:off x="1138003" y="1002265"/>
            <a:ext cx="11084007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b="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2156">
        <p:fade/>
      </p:transition>
    </mc:Choice>
    <mc:Fallback xmlns="">
      <p:transition spd="med" advTm="2156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07" name="Content Placeholder 5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00321021"/>
              </p:ext>
            </p:extLst>
          </p:nvPr>
        </p:nvGraphicFramePr>
        <p:xfrm>
          <a:off x="1271016" y="751639"/>
          <a:ext cx="10721002" cy="2862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6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1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181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6637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SOLUTION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BENEFIT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DIFFERENTIATION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660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48655" name="Title 1"/>
          <p:cNvSpPr txBox="1">
            <a:spLocks noGrp="1"/>
          </p:cNvSpPr>
          <p:nvPr>
            <p:ph type="title"/>
          </p:nvPr>
        </p:nvSpPr>
        <p:spPr>
          <a:xfrm>
            <a:off x="969278" y="-28249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n>
                  <a:solidFill>
                    <a:schemeClr val="tx1"/>
                  </a:solidFill>
                </a:ln>
                <a:latin typeface="Desdemona" pitchFamily="82" charset="77"/>
              </a:rPr>
              <a:t>Rationale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2156">
        <p:fade/>
      </p:transition>
    </mc:Choice>
    <mc:Fallback xmlns="">
      <p:transition spd="med" advTm="2156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7" name="Title 1"/>
          <p:cNvSpPr txBox="1"/>
          <p:nvPr/>
        </p:nvSpPr>
        <p:spPr>
          <a:xfrm>
            <a:off x="1171956" y="-16999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n>
                  <a:solidFill>
                    <a:schemeClr val="tx1"/>
                  </a:solidFill>
                </a:ln>
                <a:latin typeface="Desdemona" pitchFamily="82" charset="77"/>
              </a:rPr>
              <a:t>objectives</a:t>
            </a:r>
          </a:p>
        </p:txBody>
      </p:sp>
      <p:sp>
        <p:nvSpPr>
          <p:cNvPr id="1048808" name="Text Box 1048807"/>
          <p:cNvSpPr txBox="1"/>
          <p:nvPr/>
        </p:nvSpPr>
        <p:spPr>
          <a:xfrm>
            <a:off x="1171956" y="829863"/>
            <a:ext cx="10702524" cy="748923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just">
              <a:lnSpc>
                <a:spcPct val="100000"/>
              </a:lnSpc>
              <a:spcAft>
                <a:spcPts val="800"/>
              </a:spcAft>
            </a:pPr>
            <a:r>
              <a:rPr lang="en-US" sz="1800" b="0" i="1" kern="100" dirty="0">
                <a:solidFill>
                  <a:srgbClr val="000000"/>
                </a:solidFill>
                <a:latin typeface="Century Gothic" panose="020B0502020202020204"/>
                <a:ea typeface="SimSun" panose="02010600030101010101" pitchFamily="2" charset="-122"/>
                <a:cs typeface="Georgia Italic"/>
              </a:rPr>
              <a:t> </a:t>
            </a:r>
            <a:r>
              <a:rPr lang="en-US" sz="1800" b="1" i="0" kern="100" dirty="0">
                <a:solidFill>
                  <a:srgbClr val="000000"/>
                </a:solidFill>
                <a:latin typeface="Calibri" panose="020F0502020204030204"/>
                <a:ea typeface="SimSun" panose="02010600030101010101" pitchFamily="2" charset="-122"/>
                <a:cs typeface="Georgia Italic"/>
              </a:rPr>
              <a:t>GENERAL OBJECTIVES  </a:t>
            </a:r>
          </a:p>
          <a:p>
            <a:pPr algn="just">
              <a:lnSpc>
                <a:spcPct val="100000"/>
              </a:lnSpc>
              <a:spcAft>
                <a:spcPts val="800"/>
              </a:spcAft>
            </a:pPr>
            <a:r>
              <a:rPr lang="en-US" sz="1800" b="1" i="0" kern="100" dirty="0">
                <a:solidFill>
                  <a:srgbClr val="000000"/>
                </a:solidFill>
                <a:latin typeface="Century Gothic" panose="020B0502020202020204"/>
                <a:ea typeface="SimSun" panose="02010600030101010101" pitchFamily="2" charset="-122"/>
                <a:cs typeface="Georgia Italic"/>
              </a:rPr>
              <a:t>SPECIFIC OBJECTIVES 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8" name="Content Placeholder 2"/>
          <p:cNvSpPr>
            <a:spLocks noGrp="1"/>
          </p:cNvSpPr>
          <p:nvPr>
            <p:ph sz="half" idx="1"/>
          </p:nvPr>
        </p:nvSpPr>
        <p:spPr>
          <a:xfrm>
            <a:off x="1167435" y="432592"/>
            <a:ext cx="10515600" cy="4667250"/>
          </a:xfrm>
        </p:spPr>
        <p:txBody>
          <a:bodyPr>
            <a:noAutofit/>
          </a:bodyPr>
          <a:lstStyle/>
          <a:p>
            <a:pPr marL="0" lvl="0" indent="-342900" algn="just">
              <a:lnSpc>
                <a:spcPct val="100000"/>
              </a:lnSpc>
              <a:spcBef>
                <a:spcPts val="0"/>
              </a:spcBef>
              <a:buFont typeface="+mj-lt"/>
              <a:buAutoNum type="alphaLcPeriod"/>
            </a:pPr>
            <a:r>
              <a:rPr lang="en-PH" sz="24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IPO</a:t>
            </a:r>
          </a:p>
          <a:p>
            <a:pPr marL="0" lvl="0" indent="-342900" algn="just">
              <a:lnSpc>
                <a:spcPct val="100000"/>
              </a:lnSpc>
              <a:spcBef>
                <a:spcPts val="0"/>
              </a:spcBef>
              <a:buFont typeface="+mj-lt"/>
              <a:buAutoNum type="alphaLcPeriod"/>
            </a:pPr>
            <a:endParaRPr lang="zh-CN" altLang="en-US"/>
          </a:p>
        </p:txBody>
      </p:sp>
      <p:sp>
        <p:nvSpPr>
          <p:cNvPr id="1048659" name="Title 1"/>
          <p:cNvSpPr txBox="1"/>
          <p:nvPr/>
        </p:nvSpPr>
        <p:spPr>
          <a:xfrm>
            <a:off x="1167434" y="-32514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n>
                  <a:solidFill>
                    <a:schemeClr val="tx1"/>
                  </a:solidFill>
                </a:ln>
                <a:latin typeface="Desdemona" pitchFamily="82" charset="77"/>
              </a:rPr>
              <a:t>Framework of the study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0" name="Content Placeholder 2"/>
          <p:cNvSpPr>
            <a:spLocks noGrp="1"/>
          </p:cNvSpPr>
          <p:nvPr>
            <p:ph sz="half" idx="1"/>
          </p:nvPr>
        </p:nvSpPr>
        <p:spPr>
          <a:xfrm>
            <a:off x="1234440" y="749935"/>
            <a:ext cx="10823575" cy="4667250"/>
          </a:xfrm>
        </p:spPr>
        <p:txBody>
          <a:bodyPr>
            <a:noAutofit/>
          </a:bodyPr>
          <a:lstStyle/>
          <a:p>
            <a:pPr marL="0" lv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altLang="en-US" sz="2400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48661" name="Title 1"/>
          <p:cNvSpPr txBox="1"/>
          <p:nvPr/>
        </p:nvSpPr>
        <p:spPr>
          <a:xfrm>
            <a:off x="1234238" y="-31859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n>
                  <a:solidFill>
                    <a:schemeClr val="tx1"/>
                  </a:solidFill>
                </a:ln>
                <a:latin typeface="Desdemona" pitchFamily="82" charset="77"/>
              </a:rPr>
              <a:t>Significance of study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2" name="Content Placeholder 2"/>
          <p:cNvSpPr>
            <a:spLocks noGrp="1"/>
          </p:cNvSpPr>
          <p:nvPr>
            <p:ph sz="half" idx="1"/>
          </p:nvPr>
        </p:nvSpPr>
        <p:spPr>
          <a:xfrm>
            <a:off x="1274164" y="1690688"/>
            <a:ext cx="5181600" cy="4351338"/>
          </a:xfrm>
        </p:spPr>
        <p:txBody>
          <a:bodyPr/>
          <a:lstStyle/>
          <a:p>
            <a:r>
              <a:rPr lang="en-US" dirty="0"/>
              <a:t>Research Design</a:t>
            </a:r>
          </a:p>
        </p:txBody>
      </p:sp>
      <p:sp>
        <p:nvSpPr>
          <p:cNvPr id="1048664" name="Title 1"/>
          <p:cNvSpPr txBox="1">
            <a:spLocks noGrp="1"/>
          </p:cNvSpPr>
          <p:nvPr>
            <p:ph type="title"/>
          </p:nvPr>
        </p:nvSpPr>
        <p:spPr>
          <a:xfrm>
            <a:off x="1274164" y="18255"/>
            <a:ext cx="1007963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n>
                  <a:solidFill>
                    <a:schemeClr val="tx1"/>
                  </a:solidFill>
                </a:ln>
                <a:latin typeface="Desdemona" pitchFamily="82" charset="77"/>
              </a:rPr>
              <a:t>Methodology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5" name="Content Placeholder 2"/>
          <p:cNvSpPr>
            <a:spLocks noGrp="1"/>
          </p:cNvSpPr>
          <p:nvPr>
            <p:ph sz="half" idx="1"/>
          </p:nvPr>
        </p:nvSpPr>
        <p:spPr>
          <a:xfrm>
            <a:off x="1274164" y="1690688"/>
            <a:ext cx="5181600" cy="4351338"/>
          </a:xfrm>
        </p:spPr>
        <p:txBody>
          <a:bodyPr/>
          <a:lstStyle/>
          <a:p>
            <a:r>
              <a:rPr lang="en-US" dirty="0"/>
              <a:t>Study Population</a:t>
            </a:r>
          </a:p>
        </p:txBody>
      </p:sp>
      <p:sp>
        <p:nvSpPr>
          <p:cNvPr id="1048666" name="Content Placeholder 3"/>
          <p:cNvSpPr>
            <a:spLocks noGrp="1"/>
          </p:cNvSpPr>
          <p:nvPr>
            <p:ph sz="half" idx="2"/>
          </p:nvPr>
        </p:nvSpPr>
        <p:spPr>
          <a:xfrm>
            <a:off x="4321124" y="1690688"/>
            <a:ext cx="7819503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48667" name="Title 1"/>
          <p:cNvSpPr txBox="1">
            <a:spLocks noGrp="1"/>
          </p:cNvSpPr>
          <p:nvPr>
            <p:ph type="title"/>
          </p:nvPr>
        </p:nvSpPr>
        <p:spPr>
          <a:xfrm>
            <a:off x="1274164" y="18255"/>
            <a:ext cx="1007963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n>
                  <a:solidFill>
                    <a:schemeClr val="tx1"/>
                  </a:solidFill>
                </a:ln>
                <a:latin typeface="Desdemona" pitchFamily="82" charset="77"/>
              </a:rPr>
              <a:t>Methodology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8" name="Content Placeholder 2"/>
          <p:cNvSpPr>
            <a:spLocks noGrp="1"/>
          </p:cNvSpPr>
          <p:nvPr>
            <p:ph sz="half" idx="1"/>
          </p:nvPr>
        </p:nvSpPr>
        <p:spPr>
          <a:xfrm>
            <a:off x="1132381" y="1724355"/>
            <a:ext cx="5181600" cy="4317670"/>
          </a:xfrm>
        </p:spPr>
        <p:txBody>
          <a:bodyPr/>
          <a:lstStyle/>
          <a:p>
            <a:r>
              <a:rPr lang="en-US" dirty="0"/>
              <a:t>Data Collection tools</a:t>
            </a:r>
          </a:p>
        </p:txBody>
      </p:sp>
      <p:sp>
        <p:nvSpPr>
          <p:cNvPr id="1048669" name="Content Placeholder 3"/>
          <p:cNvSpPr>
            <a:spLocks noGrp="1"/>
          </p:cNvSpPr>
          <p:nvPr>
            <p:ph sz="half" idx="2"/>
          </p:nvPr>
        </p:nvSpPr>
        <p:spPr>
          <a:xfrm>
            <a:off x="4820768" y="1690688"/>
            <a:ext cx="7208753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48670" name="Title 1"/>
          <p:cNvSpPr txBox="1">
            <a:spLocks noGrp="1"/>
          </p:cNvSpPr>
          <p:nvPr>
            <p:ph type="title"/>
          </p:nvPr>
        </p:nvSpPr>
        <p:spPr>
          <a:xfrm>
            <a:off x="1274164" y="18255"/>
            <a:ext cx="1007963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n>
                  <a:solidFill>
                    <a:schemeClr val="tx1"/>
                  </a:solidFill>
                </a:ln>
                <a:latin typeface="Desdemona" pitchFamily="82" charset="77"/>
              </a:rPr>
              <a:t>Methodology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1" name="Content Placeholder 2"/>
          <p:cNvSpPr>
            <a:spLocks noGrp="1"/>
          </p:cNvSpPr>
          <p:nvPr>
            <p:ph sz="half" idx="1"/>
          </p:nvPr>
        </p:nvSpPr>
        <p:spPr>
          <a:xfrm>
            <a:off x="1132382" y="1556106"/>
            <a:ext cx="5181600" cy="4351338"/>
          </a:xfrm>
        </p:spPr>
        <p:txBody>
          <a:bodyPr/>
          <a:lstStyle/>
          <a:p>
            <a:r>
              <a:rPr lang="en-US" dirty="0"/>
              <a:t>Data Gathering Procedures</a:t>
            </a:r>
          </a:p>
        </p:txBody>
      </p:sp>
      <p:sp>
        <p:nvSpPr>
          <p:cNvPr id="1048672" name="Content Placeholder 3"/>
          <p:cNvSpPr>
            <a:spLocks noGrp="1"/>
          </p:cNvSpPr>
          <p:nvPr>
            <p:ph sz="half" idx="2"/>
          </p:nvPr>
        </p:nvSpPr>
        <p:spPr>
          <a:xfrm>
            <a:off x="5714221" y="1690688"/>
            <a:ext cx="642483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48673" name="Title 1"/>
          <p:cNvSpPr txBox="1">
            <a:spLocks noGrp="1"/>
          </p:cNvSpPr>
          <p:nvPr>
            <p:ph type="title"/>
          </p:nvPr>
        </p:nvSpPr>
        <p:spPr>
          <a:xfrm>
            <a:off x="1274164" y="18255"/>
            <a:ext cx="1007963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n>
                  <a:solidFill>
                    <a:schemeClr val="tx1"/>
                  </a:solidFill>
                </a:ln>
                <a:latin typeface="Desdemona" pitchFamily="82" charset="77"/>
              </a:rPr>
              <a:t>Methodology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4" name="Content Placeholder 2"/>
          <p:cNvSpPr>
            <a:spLocks noGrp="1"/>
          </p:cNvSpPr>
          <p:nvPr>
            <p:ph sz="half" idx="1"/>
          </p:nvPr>
        </p:nvSpPr>
        <p:spPr>
          <a:xfrm>
            <a:off x="1132382" y="1343818"/>
            <a:ext cx="5181600" cy="4317710"/>
          </a:xfrm>
        </p:spPr>
        <p:txBody>
          <a:bodyPr/>
          <a:lstStyle/>
          <a:p>
            <a:r>
              <a:rPr lang="en-US" dirty="0"/>
              <a:t>Ethical Considerations</a:t>
            </a:r>
          </a:p>
        </p:txBody>
      </p:sp>
      <p:sp>
        <p:nvSpPr>
          <p:cNvPr id="1048675" name="Content Placeholder 3"/>
          <p:cNvSpPr>
            <a:spLocks noGrp="1"/>
          </p:cNvSpPr>
          <p:nvPr>
            <p:ph sz="half" idx="2"/>
          </p:nvPr>
        </p:nvSpPr>
        <p:spPr>
          <a:xfrm>
            <a:off x="4415549" y="1713994"/>
            <a:ext cx="7954582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48676" name="Title 1"/>
          <p:cNvSpPr txBox="1">
            <a:spLocks noGrp="1"/>
          </p:cNvSpPr>
          <p:nvPr>
            <p:ph type="title"/>
          </p:nvPr>
        </p:nvSpPr>
        <p:spPr>
          <a:xfrm>
            <a:off x="1274164" y="18255"/>
            <a:ext cx="1007963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n>
                  <a:solidFill>
                    <a:schemeClr val="tx1"/>
                  </a:solidFill>
                </a:ln>
                <a:latin typeface="Desdemona" pitchFamily="82" charset="77"/>
              </a:rPr>
              <a:t>Methodology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7" name="Content Placeholder 2"/>
          <p:cNvSpPr>
            <a:spLocks noGrp="1"/>
          </p:cNvSpPr>
          <p:nvPr>
            <p:ph sz="half" idx="1"/>
          </p:nvPr>
        </p:nvSpPr>
        <p:spPr>
          <a:xfrm>
            <a:off x="1274164" y="1038742"/>
            <a:ext cx="7272424" cy="5003284"/>
          </a:xfrm>
        </p:spPr>
        <p:txBody>
          <a:bodyPr/>
          <a:lstStyle/>
          <a:p>
            <a:r>
              <a:rPr lang="en-US" dirty="0"/>
              <a:t>Data Analysis Tools and Techniques</a:t>
            </a:r>
          </a:p>
        </p:txBody>
      </p:sp>
      <p:sp>
        <p:nvSpPr>
          <p:cNvPr id="1048678" name="Content Placeholder 3"/>
          <p:cNvSpPr>
            <a:spLocks noGrp="1"/>
          </p:cNvSpPr>
          <p:nvPr>
            <p:ph sz="half" idx="2"/>
          </p:nvPr>
        </p:nvSpPr>
        <p:spPr>
          <a:xfrm>
            <a:off x="1274164" y="1517253"/>
            <a:ext cx="10814811" cy="4351338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48679" name="Title 1"/>
          <p:cNvSpPr txBox="1">
            <a:spLocks noGrp="1"/>
          </p:cNvSpPr>
          <p:nvPr>
            <p:ph type="title"/>
          </p:nvPr>
        </p:nvSpPr>
        <p:spPr>
          <a:xfrm>
            <a:off x="1274164" y="18255"/>
            <a:ext cx="1007963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n>
                  <a:solidFill>
                    <a:schemeClr val="tx1"/>
                  </a:solidFill>
                </a:ln>
                <a:latin typeface="Desdemona" pitchFamily="82" charset="77"/>
              </a:rPr>
              <a:t>Methodology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0" name="Content Placeholder 2"/>
          <p:cNvSpPr>
            <a:spLocks noGrp="1"/>
          </p:cNvSpPr>
          <p:nvPr>
            <p:ph sz="half" idx="1"/>
          </p:nvPr>
        </p:nvSpPr>
        <p:spPr>
          <a:xfrm>
            <a:off x="1164142" y="1781927"/>
            <a:ext cx="11027858" cy="4351338"/>
          </a:xfrm>
        </p:spPr>
        <p:txBody>
          <a:bodyPr>
            <a:normAutofit fontScale="98214"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48702" name="Title 1"/>
          <p:cNvSpPr txBox="1">
            <a:spLocks noGrp="1"/>
          </p:cNvSpPr>
          <p:nvPr>
            <p:ph type="title"/>
          </p:nvPr>
        </p:nvSpPr>
        <p:spPr>
          <a:xfrm>
            <a:off x="1274164" y="365125"/>
            <a:ext cx="1007963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n>
                  <a:solidFill>
                    <a:schemeClr val="tx1"/>
                  </a:solidFill>
                </a:ln>
                <a:latin typeface="Desdemona" pitchFamily="82" charset="77"/>
              </a:rPr>
              <a:t>Literature cited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9" name="Title 1"/>
          <p:cNvSpPr>
            <a:spLocks noGrp="1"/>
          </p:cNvSpPr>
          <p:nvPr>
            <p:ph type="title"/>
          </p:nvPr>
        </p:nvSpPr>
        <p:spPr>
          <a:xfrm>
            <a:off x="1143000" y="365125"/>
            <a:ext cx="10210800" cy="1325563"/>
          </a:xfrm>
        </p:spPr>
        <p:txBody>
          <a:bodyPr/>
          <a:lstStyle/>
          <a:p>
            <a:r>
              <a:rPr lang="en-US" b="1" dirty="0"/>
              <a:t>Literature Cited</a:t>
            </a:r>
          </a:p>
        </p:txBody>
      </p:sp>
      <p:sp>
        <p:nvSpPr>
          <p:cNvPr id="1048690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1825625"/>
            <a:ext cx="4762500" cy="435133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48691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2" name="Title 1"/>
          <p:cNvSpPr>
            <a:spLocks noGrp="1"/>
          </p:cNvSpPr>
          <p:nvPr>
            <p:ph type="title"/>
          </p:nvPr>
        </p:nvSpPr>
        <p:spPr>
          <a:xfrm>
            <a:off x="1271238" y="185243"/>
            <a:ext cx="10515600" cy="1325563"/>
          </a:xfrm>
        </p:spPr>
        <p:txBody>
          <a:bodyPr/>
          <a:lstStyle/>
          <a:p>
            <a:r>
              <a:rPr lang="en-US" b="1" dirty="0">
                <a:ln>
                  <a:solidFill>
                    <a:schemeClr val="tx1"/>
                  </a:solidFill>
                </a:ln>
                <a:latin typeface="Desdemona" pitchFamily="82" charset="77"/>
              </a:rPr>
              <a:t>Expected Outputs</a:t>
            </a:r>
          </a:p>
        </p:txBody>
      </p:sp>
      <p:sp>
        <p:nvSpPr>
          <p:cNvPr id="1048693" name="Content Placeholder 2"/>
          <p:cNvSpPr>
            <a:spLocks noGrp="1"/>
          </p:cNvSpPr>
          <p:nvPr>
            <p:ph sz="half" idx="1"/>
          </p:nvPr>
        </p:nvSpPr>
        <p:spPr>
          <a:xfrm>
            <a:off x="1271238" y="1825625"/>
            <a:ext cx="10515600" cy="3828043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H" sz="18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People services – at least 50 people trained for developed applications, </a:t>
            </a:r>
            <a:endParaRPr lang="en-PH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H" sz="18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Partnership – at least 1 MOA/MOU reviewed and forged for the research development, implementation, and utilization</a:t>
            </a:r>
            <a:endParaRPr lang="en-PH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H" sz="18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Publication – at least 2 articles reviewed and submitted for possible publication in refereed journals</a:t>
            </a:r>
            <a:endParaRPr lang="en-PH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H" sz="18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Patents/UM/Copyrights – at least 3 copyrights registered (IPO/NLP)</a:t>
            </a:r>
            <a:endParaRPr lang="en-PH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H" sz="18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Product – at least 1 software application or technologies developed and functional, at least 1 IEC materials developed</a:t>
            </a:r>
            <a:endParaRPr lang="en-PH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H" sz="18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Policies – at least 1 policy document prepared and submitted for top management use.</a:t>
            </a:r>
            <a:endParaRPr lang="en-PH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4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95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96" name="Title 1"/>
          <p:cNvSpPr txBox="1">
            <a:spLocks noGrp="1"/>
          </p:cNvSpPr>
          <p:nvPr>
            <p:ph type="title"/>
          </p:nvPr>
        </p:nvSpPr>
        <p:spPr>
          <a:xfrm>
            <a:off x="1274164" y="365125"/>
            <a:ext cx="1007963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n>
                  <a:solidFill>
                    <a:schemeClr val="tx1"/>
                  </a:solidFill>
                </a:ln>
                <a:latin typeface="Desdemona" pitchFamily="82" charset="77"/>
              </a:rPr>
              <a:t>prototype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9" name="Title 1"/>
          <p:cNvSpPr txBox="1">
            <a:spLocks noGrp="1"/>
          </p:cNvSpPr>
          <p:nvPr>
            <p:ph type="title"/>
          </p:nvPr>
        </p:nvSpPr>
        <p:spPr>
          <a:xfrm>
            <a:off x="1274164" y="365125"/>
            <a:ext cx="1007963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n>
                  <a:solidFill>
                    <a:schemeClr val="tx1"/>
                  </a:solidFill>
                </a:ln>
                <a:latin typeface="Desdemona" pitchFamily="82" charset="77"/>
              </a:rPr>
              <a:t>implementation plan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9" name="Title 1048808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THANK YOU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188</Words>
  <Application>Microsoft Office PowerPoint</Application>
  <PresentationFormat>Widescreen</PresentationFormat>
  <Paragraphs>41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Aptos</vt:lpstr>
      <vt:lpstr>Aptos Display</vt:lpstr>
      <vt:lpstr>Arial</vt:lpstr>
      <vt:lpstr>Calibri</vt:lpstr>
      <vt:lpstr>Century Gothic</vt:lpstr>
      <vt:lpstr>Desdemona</vt:lpstr>
      <vt:lpstr>Tahoma</vt:lpstr>
      <vt:lpstr>Trajan Pro</vt:lpstr>
      <vt:lpstr>Office Theme</vt:lpstr>
      <vt:lpstr>Tres marias: Developing a Progressive Web App (PWA) for Hyper-Local Bakery Delivery and Pre-orders </vt:lpstr>
      <vt:lpstr>Rationale</vt:lpstr>
      <vt:lpstr>Rationale</vt:lpstr>
      <vt:lpstr>PowerPoint Presentation</vt:lpstr>
      <vt:lpstr>PowerPoint Presentation</vt:lpstr>
      <vt:lpstr>PowerPoint Presentation</vt:lpstr>
      <vt:lpstr>Methodology</vt:lpstr>
      <vt:lpstr>Methodology</vt:lpstr>
      <vt:lpstr>Methodology</vt:lpstr>
      <vt:lpstr>Methodology</vt:lpstr>
      <vt:lpstr>Methodology</vt:lpstr>
      <vt:lpstr>Methodology</vt:lpstr>
      <vt:lpstr>Literature cited</vt:lpstr>
      <vt:lpstr>Literature Cited</vt:lpstr>
      <vt:lpstr>Expected Outputs</vt:lpstr>
      <vt:lpstr>prototype</vt:lpstr>
      <vt:lpstr>implementation plan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LPG PATH :LOGISTIC AND PRICING MANAGEMENT SYSTEM</dc:title>
  <dc:creator>Billy Javier</dc:creator>
  <cp:lastModifiedBy>emyrosedomingo12@outlook.com</cp:lastModifiedBy>
  <cp:revision>2</cp:revision>
  <dcterms:created xsi:type="dcterms:W3CDTF">2026-04-01T08:25:56Z</dcterms:created>
  <dcterms:modified xsi:type="dcterms:W3CDTF">2026-04-01T11:52:13Z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fdca5644e4b3422f8b0e3061cef018c1</vt:lpwstr>
  </property>
  <property fmtid="{D5CDD505-2E9C-101B-9397-08002B2CF9AE}" pid="3" name="KSOProductBuildVer">
    <vt:lpwstr>1033-12.1.0.25242</vt:lpwstr>
  </property>
</Properties>
</file>